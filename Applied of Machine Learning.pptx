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1601" r:id="rId4"/>
    <p:sldId id="258" r:id="rId5"/>
    <p:sldId id="1612" r:id="rId6"/>
    <p:sldId id="262" r:id="rId7"/>
    <p:sldId id="1615" r:id="rId8"/>
    <p:sldId id="1604" r:id="rId9"/>
    <p:sldId id="1610" r:id="rId10"/>
    <p:sldId id="1613" r:id="rId11"/>
    <p:sldId id="1614" r:id="rId12"/>
    <p:sldId id="16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75C1"/>
    <a:srgbClr val="00FFFF"/>
    <a:srgbClr val="00FF00"/>
    <a:srgbClr val="FFCC00"/>
    <a:srgbClr val="F28107"/>
    <a:srgbClr val="FF5BF8"/>
    <a:srgbClr val="81C995"/>
    <a:srgbClr val="73B485"/>
    <a:srgbClr val="242425"/>
    <a:srgbClr val="0085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BATIC_forecasting\Pix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BATIC_forecasting\Pix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BATIC_forecasting\Pix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BATIC_forecasting\Pix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Refference\Rakor%202022%20-%20Pak%20Gitr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Refference\Rakor%202022%20-%20Pak%20Gitr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BATIC_forecasting\Pixe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BATIC_forecasting\Pixe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BATIC_forecasting\Pixel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BATIC_forecasting\Pixel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Refference\Rakor%202022%20-%20Pak%20Gitra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Kerja\CBI\PTBA\Refference\Rakor%202022%20-%20Pak%20Gitra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067576652149764E-3"/>
          <c:y val="0"/>
          <c:w val="0.97913568050538746"/>
          <c:h val="1"/>
        </c:manualLayout>
      </c:layout>
      <c:lineChart>
        <c:grouping val="stacked"/>
        <c:varyColors val="0"/>
        <c:ser>
          <c:idx val="1"/>
          <c:order val="1"/>
          <c:tx>
            <c:strRef>
              <c:f>Month!$E$2</c:f>
              <c:strCache>
                <c:ptCount val="1"/>
                <c:pt idx="0">
                  <c:v>RKAP</c:v>
                </c:pt>
              </c:strCache>
              <c:extLst xmlns:c15="http://schemas.microsoft.com/office/drawing/2012/chart"/>
            </c:strRef>
          </c:tx>
          <c:spPr>
            <a:ln w="15875" cap="rnd">
              <a:solidFill>
                <a:srgbClr val="FF5BF8"/>
              </a:solidFill>
              <a:round/>
            </a:ln>
            <a:effectLst/>
          </c:spPr>
          <c:marker>
            <c:symbol val="none"/>
          </c:marker>
          <c:cat>
            <c:numRef>
              <c:f>Month!$C$3:$C$62</c:f>
              <c:numCache>
                <c:formatCode>d\-mmm\-yy</c:formatCode>
                <c:ptCount val="6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</c:numCache>
              <c:extLst xmlns:c15="http://schemas.microsoft.com/office/drawing/2012/chart"/>
            </c:numRef>
          </c:cat>
          <c:val>
            <c:numRef>
              <c:f>Month!$E$3:$E$62</c:f>
              <c:numCache>
                <c:formatCode>General</c:formatCode>
                <c:ptCount val="60"/>
                <c:pt idx="0">
                  <c:v>9210.9972376520855</c:v>
                </c:pt>
                <c:pt idx="1">
                  <c:v>24396.580549127852</c:v>
                </c:pt>
                <c:pt idx="2">
                  <c:v>7469.2048800239118</c:v>
                </c:pt>
                <c:pt idx="3">
                  <c:v>13133.279030463149</c:v>
                </c:pt>
                <c:pt idx="4">
                  <c:v>20170.345346439812</c:v>
                </c:pt>
                <c:pt idx="5">
                  <c:v>31817.766774536947</c:v>
                </c:pt>
                <c:pt idx="6">
                  <c:v>2808.3079133642341</c:v>
                </c:pt>
                <c:pt idx="7">
                  <c:v>29333.837839644184</c:v>
                </c:pt>
                <c:pt idx="8">
                  <c:v>13070.131309316157</c:v>
                </c:pt>
                <c:pt idx="9">
                  <c:v>8431.900385774783</c:v>
                </c:pt>
                <c:pt idx="10">
                  <c:v>6232.2373303234772</c:v>
                </c:pt>
                <c:pt idx="11">
                  <c:v>15406.334030090247</c:v>
                </c:pt>
                <c:pt idx="12">
                  <c:v>3263.6573557175607</c:v>
                </c:pt>
                <c:pt idx="13">
                  <c:v>12304.693455869454</c:v>
                </c:pt>
                <c:pt idx="14">
                  <c:v>29081.600947441533</c:v>
                </c:pt>
                <c:pt idx="15">
                  <c:v>35403.177786659755</c:v>
                </c:pt>
                <c:pt idx="16">
                  <c:v>9985.644564569875</c:v>
                </c:pt>
                <c:pt idx="17">
                  <c:v>32078.102997344147</c:v>
                </c:pt>
                <c:pt idx="18">
                  <c:v>26428.541922127428</c:v>
                </c:pt>
                <c:pt idx="19">
                  <c:v>4744.6925049858746</c:v>
                </c:pt>
                <c:pt idx="20">
                  <c:v>3931.5763397222131</c:v>
                </c:pt>
                <c:pt idx="21">
                  <c:v>10948.227032816107</c:v>
                </c:pt>
                <c:pt idx="22">
                  <c:v>10988.364616115758</c:v>
                </c:pt>
                <c:pt idx="23">
                  <c:v>2445.7951958800072</c:v>
                </c:pt>
                <c:pt idx="24">
                  <c:v>6791.0118932298765</c:v>
                </c:pt>
                <c:pt idx="25">
                  <c:v>18461.413119926576</c:v>
                </c:pt>
                <c:pt idx="26">
                  <c:v>26338.487752411169</c:v>
                </c:pt>
                <c:pt idx="27">
                  <c:v>37376.51521527463</c:v>
                </c:pt>
                <c:pt idx="28">
                  <c:v>24040.595960370109</c:v>
                </c:pt>
                <c:pt idx="29">
                  <c:v>7001.2171537064769</c:v>
                </c:pt>
                <c:pt idx="30">
                  <c:v>2048.4613820951076</c:v>
                </c:pt>
                <c:pt idx="31">
                  <c:v>28492.904548744009</c:v>
                </c:pt>
                <c:pt idx="32">
                  <c:v>5572.5405852614476</c:v>
                </c:pt>
                <c:pt idx="33">
                  <c:v>23493.234751713317</c:v>
                </c:pt>
                <c:pt idx="34">
                  <c:v>23345.502359169092</c:v>
                </c:pt>
                <c:pt idx="35">
                  <c:v>28410.641281741246</c:v>
                </c:pt>
                <c:pt idx="36">
                  <c:v>6332.1250923032167</c:v>
                </c:pt>
                <c:pt idx="37">
                  <c:v>6458.7643376522356</c:v>
                </c:pt>
                <c:pt idx="38">
                  <c:v>9298.1159339210917</c:v>
                </c:pt>
                <c:pt idx="39">
                  <c:v>16433.905324514526</c:v>
                </c:pt>
                <c:pt idx="40">
                  <c:v>30.169666712650088</c:v>
                </c:pt>
                <c:pt idx="41">
                  <c:v>33287.797992331914</c:v>
                </c:pt>
                <c:pt idx="42">
                  <c:v>38600.825441143199</c:v>
                </c:pt>
                <c:pt idx="43">
                  <c:v>11677.588902336574</c:v>
                </c:pt>
                <c:pt idx="44">
                  <c:v>16541.115634513408</c:v>
                </c:pt>
                <c:pt idx="45">
                  <c:v>12071.788865417573</c:v>
                </c:pt>
                <c:pt idx="46">
                  <c:v>12254.030662094381</c:v>
                </c:pt>
                <c:pt idx="47">
                  <c:v>4922.9918505716614</c:v>
                </c:pt>
                <c:pt idx="48">
                  <c:v>4020.321565308745</c:v>
                </c:pt>
                <c:pt idx="49">
                  <c:v>22973.232916731911</c:v>
                </c:pt>
                <c:pt idx="50">
                  <c:v>3713.5754474685777</c:v>
                </c:pt>
                <c:pt idx="51">
                  <c:v>6965.6149415625841</c:v>
                </c:pt>
                <c:pt idx="52">
                  <c:v>4374.8735435184944</c:v>
                </c:pt>
                <c:pt idx="53">
                  <c:v>7212.9824085523542</c:v>
                </c:pt>
                <c:pt idx="54">
                  <c:v>7929.7073666025599</c:v>
                </c:pt>
                <c:pt idx="55">
                  <c:v>25952.7421485901</c:v>
                </c:pt>
                <c:pt idx="56">
                  <c:v>41332.46374323772</c:v>
                </c:pt>
                <c:pt idx="57">
                  <c:v>1708.0458336369536</c:v>
                </c:pt>
                <c:pt idx="58">
                  <c:v>931.8219477432084</c:v>
                </c:pt>
                <c:pt idx="59">
                  <c:v>1592.7953161726339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1-9E54-4C4D-882A-1945FBA604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1880144"/>
        <c:axId val="10318872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Month!$D$2</c15:sqref>
                        </c15:formulaRef>
                      </c:ext>
                    </c:extLst>
                    <c:strCache>
                      <c:ptCount val="1"/>
                      <c:pt idx="0">
                        <c:v>Real</c:v>
                      </c:pt>
                    </c:strCache>
                  </c:strRef>
                </c:tx>
                <c:spPr>
                  <a:ln w="15875" cap="rnd">
                    <a:solidFill>
                      <a:srgbClr val="00B0F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Month!$D$3:$D$62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26359.586551921104</c:v>
                      </c:pt>
                      <c:pt idx="1">
                        <c:v>37675.559482805751</c:v>
                      </c:pt>
                      <c:pt idx="2">
                        <c:v>5425.222290886677</c:v>
                      </c:pt>
                      <c:pt idx="3">
                        <c:v>33053.799939314398</c:v>
                      </c:pt>
                      <c:pt idx="4">
                        <c:v>24711.000300161559</c:v>
                      </c:pt>
                      <c:pt idx="5">
                        <c:v>15573.643053347248</c:v>
                      </c:pt>
                      <c:pt idx="6">
                        <c:v>1781.3595712695796</c:v>
                      </c:pt>
                      <c:pt idx="7">
                        <c:v>32253.003199426861</c:v>
                      </c:pt>
                      <c:pt idx="8">
                        <c:v>9471.4878888438798</c:v>
                      </c:pt>
                      <c:pt idx="9">
                        <c:v>33409.964473364744</c:v>
                      </c:pt>
                      <c:pt idx="10">
                        <c:v>36181.035872557302</c:v>
                      </c:pt>
                      <c:pt idx="11">
                        <c:v>1930.8610600506868</c:v>
                      </c:pt>
                      <c:pt idx="12">
                        <c:v>10260.580843574638</c:v>
                      </c:pt>
                      <c:pt idx="13">
                        <c:v>21938.6656866917</c:v>
                      </c:pt>
                      <c:pt idx="14">
                        <c:v>35418.481222054455</c:v>
                      </c:pt>
                      <c:pt idx="15">
                        <c:v>37266.189807026058</c:v>
                      </c:pt>
                      <c:pt idx="16">
                        <c:v>6715.1110635778386</c:v>
                      </c:pt>
                      <c:pt idx="17">
                        <c:v>41848.153162703558</c:v>
                      </c:pt>
                      <c:pt idx="18">
                        <c:v>7557.1560070246978</c:v>
                      </c:pt>
                      <c:pt idx="19">
                        <c:v>4635.7147685062018</c:v>
                      </c:pt>
                      <c:pt idx="20">
                        <c:v>25434.8105785472</c:v>
                      </c:pt>
                      <c:pt idx="21">
                        <c:v>41338.687994941531</c:v>
                      </c:pt>
                      <c:pt idx="22">
                        <c:v>27840.896832447488</c:v>
                      </c:pt>
                      <c:pt idx="23">
                        <c:v>4739.4289355657766</c:v>
                      </c:pt>
                      <c:pt idx="24">
                        <c:v>8677.0657194811629</c:v>
                      </c:pt>
                      <c:pt idx="25">
                        <c:v>3656.6473846173972</c:v>
                      </c:pt>
                      <c:pt idx="26">
                        <c:v>47959.174937292773</c:v>
                      </c:pt>
                      <c:pt idx="27">
                        <c:v>41484.199402492908</c:v>
                      </c:pt>
                      <c:pt idx="28">
                        <c:v>20846.817228005348</c:v>
                      </c:pt>
                      <c:pt idx="29">
                        <c:v>9785.1355585659967</c:v>
                      </c:pt>
                      <c:pt idx="30">
                        <c:v>2620.9079199840917</c:v>
                      </c:pt>
                      <c:pt idx="31">
                        <c:v>25245.431829849564</c:v>
                      </c:pt>
                      <c:pt idx="32">
                        <c:v>38952.335931802656</c:v>
                      </c:pt>
                      <c:pt idx="33">
                        <c:v>18422.237588488413</c:v>
                      </c:pt>
                      <c:pt idx="34">
                        <c:v>28815.237914632555</c:v>
                      </c:pt>
                      <c:pt idx="35">
                        <c:v>22709.235460550619</c:v>
                      </c:pt>
                      <c:pt idx="36">
                        <c:v>14767.597231950815</c:v>
                      </c:pt>
                      <c:pt idx="37">
                        <c:v>9661.7908137678314</c:v>
                      </c:pt>
                      <c:pt idx="38">
                        <c:v>9602.2056253940536</c:v>
                      </c:pt>
                      <c:pt idx="39">
                        <c:v>25627.985579868917</c:v>
                      </c:pt>
                      <c:pt idx="40">
                        <c:v>33.097317977237495</c:v>
                      </c:pt>
                      <c:pt idx="41">
                        <c:v>32968.317803472171</c:v>
                      </c:pt>
                      <c:pt idx="42">
                        <c:v>27762.187358280324</c:v>
                      </c:pt>
                      <c:pt idx="43">
                        <c:v>34958.270861863792</c:v>
                      </c:pt>
                      <c:pt idx="44">
                        <c:v>7203.7728482602743</c:v>
                      </c:pt>
                      <c:pt idx="45">
                        <c:v>3938.302869304071</c:v>
                      </c:pt>
                      <c:pt idx="46">
                        <c:v>12799.909140129308</c:v>
                      </c:pt>
                      <c:pt idx="47">
                        <c:v>2406.6655358181033</c:v>
                      </c:pt>
                      <c:pt idx="48">
                        <c:v>18662.861003104041</c:v>
                      </c:pt>
                      <c:pt idx="49">
                        <c:v>26897.406705805555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9E54-4C4D-882A-1945FBA60480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Month!$F$2</c15:sqref>
                        </c15:formulaRef>
                      </c:ext>
                    </c:extLst>
                    <c:strCache>
                      <c:ptCount val="1"/>
                      <c:pt idx="0">
                        <c:v>RAKOR</c:v>
                      </c:pt>
                    </c:strCache>
                  </c:strRef>
                </c:tx>
                <c:spPr>
                  <a:ln w="12700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Month!$F$3:$F$62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38170.244913158662</c:v>
                      </c:pt>
                      <c:pt idx="1">
                        <c:v>9171.5443579281891</c:v>
                      </c:pt>
                      <c:pt idx="2">
                        <c:v>12593.700757201761</c:v>
                      </c:pt>
                      <c:pt idx="3">
                        <c:v>21275.588989280939</c:v>
                      </c:pt>
                      <c:pt idx="4">
                        <c:v>23573.79235497124</c:v>
                      </c:pt>
                      <c:pt idx="5">
                        <c:v>3910.3829113897186</c:v>
                      </c:pt>
                      <c:pt idx="6">
                        <c:v>1243.7667563730163</c:v>
                      </c:pt>
                      <c:pt idx="7">
                        <c:v>39430.674369692257</c:v>
                      </c:pt>
                      <c:pt idx="8">
                        <c:v>3000.7694343934795</c:v>
                      </c:pt>
                      <c:pt idx="9">
                        <c:v>17931.096521100317</c:v>
                      </c:pt>
                      <c:pt idx="10">
                        <c:v>19666.93494963949</c:v>
                      </c:pt>
                      <c:pt idx="11">
                        <c:v>12300.73455388305</c:v>
                      </c:pt>
                      <c:pt idx="12">
                        <c:v>3940.0828263990688</c:v>
                      </c:pt>
                      <c:pt idx="13">
                        <c:v>18174.519771860461</c:v>
                      </c:pt>
                      <c:pt idx="14">
                        <c:v>12973.020649425645</c:v>
                      </c:pt>
                      <c:pt idx="15">
                        <c:v>34525.216373777279</c:v>
                      </c:pt>
                      <c:pt idx="16">
                        <c:v>7221.2269236725906</c:v>
                      </c:pt>
                      <c:pt idx="17">
                        <c:v>31983.162618057446</c:v>
                      </c:pt>
                      <c:pt idx="18">
                        <c:v>35557.033415978607</c:v>
                      </c:pt>
                      <c:pt idx="19">
                        <c:v>1419.5836236520211</c:v>
                      </c:pt>
                      <c:pt idx="20">
                        <c:v>6389.3921645882183</c:v>
                      </c:pt>
                      <c:pt idx="21">
                        <c:v>35795.981030077266</c:v>
                      </c:pt>
                      <c:pt idx="22">
                        <c:v>5185.0890496717766</c:v>
                      </c:pt>
                      <c:pt idx="23">
                        <c:v>1884.5843189854713</c:v>
                      </c:pt>
                      <c:pt idx="24">
                        <c:v>4690.4338248107897</c:v>
                      </c:pt>
                      <c:pt idx="25">
                        <c:v>20145.08505661289</c:v>
                      </c:pt>
                      <c:pt idx="26">
                        <c:v>27954.700018612162</c:v>
                      </c:pt>
                      <c:pt idx="27">
                        <c:v>44903.858670096452</c:v>
                      </c:pt>
                      <c:pt idx="28">
                        <c:v>20103.050097776762</c:v>
                      </c:pt>
                      <c:pt idx="29">
                        <c:v>28564.576141084235</c:v>
                      </c:pt>
                      <c:pt idx="30">
                        <c:v>2063.5395149225396</c:v>
                      </c:pt>
                      <c:pt idx="31">
                        <c:v>13463.93257108634</c:v>
                      </c:pt>
                      <c:pt idx="32">
                        <c:v>27111.182261024111</c:v>
                      </c:pt>
                      <c:pt idx="33">
                        <c:v>6361.3526387375523</c:v>
                      </c:pt>
                      <c:pt idx="34">
                        <c:v>23773.143161774449</c:v>
                      </c:pt>
                      <c:pt idx="35">
                        <c:v>24263.984268899847</c:v>
                      </c:pt>
                      <c:pt idx="36">
                        <c:v>5085.8740608460466</c:v>
                      </c:pt>
                      <c:pt idx="37">
                        <c:v>12256.427779939986</c:v>
                      </c:pt>
                      <c:pt idx="38">
                        <c:v>12839.72978093283</c:v>
                      </c:pt>
                      <c:pt idx="39">
                        <c:v>15816.281072480504</c:v>
                      </c:pt>
                      <c:pt idx="40">
                        <c:v>40.074369763953619</c:v>
                      </c:pt>
                      <c:pt idx="41">
                        <c:v>21865.835431617252</c:v>
                      </c:pt>
                      <c:pt idx="42">
                        <c:v>7249.8074358949689</c:v>
                      </c:pt>
                      <c:pt idx="43">
                        <c:v>33285.035751772288</c:v>
                      </c:pt>
                      <c:pt idx="44">
                        <c:v>13796.821216128539</c:v>
                      </c:pt>
                      <c:pt idx="45">
                        <c:v>2457.1843429788614</c:v>
                      </c:pt>
                      <c:pt idx="46">
                        <c:v>13554.765726574509</c:v>
                      </c:pt>
                      <c:pt idx="47">
                        <c:v>8490.3347017050255</c:v>
                      </c:pt>
                      <c:pt idx="48">
                        <c:v>16097.625341879721</c:v>
                      </c:pt>
                      <c:pt idx="49">
                        <c:v>25894.161224031872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E54-4C4D-882A-1945FBA60480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Month!$G$2</c15:sqref>
                        </c15:formulaRef>
                      </c:ext>
                    </c:extLst>
                    <c:strCache>
                      <c:ptCount val="1"/>
                      <c:pt idx="0">
                        <c:v>FORECAST</c:v>
                      </c:pt>
                    </c:strCache>
                  </c:strRef>
                </c:tx>
                <c:spPr>
                  <a:ln w="12700" cap="rnd">
                    <a:solidFill>
                      <a:srgbClr val="34C759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Month!$G$3:$G$62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49">
                        <c:v>9967.7108203408079</c:v>
                      </c:pt>
                      <c:pt idx="50">
                        <c:v>4343.3419711475872</c:v>
                      </c:pt>
                      <c:pt idx="51">
                        <c:v>4273.3904657057965</c:v>
                      </c:pt>
                      <c:pt idx="52">
                        <c:v>7591.4753394275394</c:v>
                      </c:pt>
                      <c:pt idx="53">
                        <c:v>27464.886557384692</c:v>
                      </c:pt>
                      <c:pt idx="54">
                        <c:v>24131.498269465723</c:v>
                      </c:pt>
                      <c:pt idx="55">
                        <c:v>18075.344152999201</c:v>
                      </c:pt>
                      <c:pt idx="56">
                        <c:v>37809.053093298091</c:v>
                      </c:pt>
                      <c:pt idx="57">
                        <c:v>8017.8410164917768</c:v>
                      </c:pt>
                      <c:pt idx="58">
                        <c:v>1498.8422156642223</c:v>
                      </c:pt>
                      <c:pt idx="59">
                        <c:v>1331.9586703884977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9E54-4C4D-882A-1945FBA60480}"/>
                  </c:ext>
                </c:extLst>
              </c15:ser>
            </c15:filteredLineSeries>
          </c:ext>
        </c:extLst>
      </c:lineChart>
      <c:dateAx>
        <c:axId val="1031880144"/>
        <c:scaling>
          <c:orientation val="minMax"/>
          <c:min val="43831"/>
        </c:scaling>
        <c:delete val="1"/>
        <c:axPos val="b"/>
        <c:numFmt formatCode="d\-mmm\-yy" sourceLinked="1"/>
        <c:majorTickMark val="out"/>
        <c:minorTickMark val="none"/>
        <c:tickLblPos val="nextTo"/>
        <c:crossAx val="1031887216"/>
        <c:crosses val="autoZero"/>
        <c:auto val="1"/>
        <c:lblOffset val="100"/>
        <c:baseTimeUnit val="months"/>
        <c:majorUnit val="1"/>
        <c:majorTimeUnit val="years"/>
      </c:dateAx>
      <c:valAx>
        <c:axId val="1031887216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chemeClr val="bg2">
                  <a:lumMod val="9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188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067576652149764E-3"/>
          <c:y val="0"/>
          <c:w val="0.97913568050538746"/>
          <c:h val="1"/>
        </c:manualLayout>
      </c:layout>
      <c:lineChart>
        <c:grouping val="stacked"/>
        <c:varyColors val="0"/>
        <c:ser>
          <c:idx val="2"/>
          <c:order val="2"/>
          <c:tx>
            <c:strRef>
              <c:f>Month!$F$2</c:f>
              <c:strCache>
                <c:ptCount val="1"/>
                <c:pt idx="0">
                  <c:v>RAKOR</c:v>
                </c:pt>
              </c:strCache>
              <c:extLst xmlns:c15="http://schemas.microsoft.com/office/drawing/2012/chart"/>
            </c:strRef>
          </c:tx>
          <c:spPr>
            <a:ln w="12700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Month!$C$3:$C$62</c:f>
              <c:numCache>
                <c:formatCode>d\-mmm\-yy</c:formatCode>
                <c:ptCount val="6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</c:numCache>
              <c:extLst xmlns:c15="http://schemas.microsoft.com/office/drawing/2012/chart"/>
            </c:numRef>
          </c:cat>
          <c:val>
            <c:numRef>
              <c:f>Month!$F$3:$F$62</c:f>
              <c:numCache>
                <c:formatCode>General</c:formatCode>
                <c:ptCount val="60"/>
                <c:pt idx="0">
                  <c:v>6149.1422694775583</c:v>
                </c:pt>
                <c:pt idx="1">
                  <c:v>10823.484530359889</c:v>
                </c:pt>
                <c:pt idx="2">
                  <c:v>11099.148685870696</c:v>
                </c:pt>
                <c:pt idx="3">
                  <c:v>1471.3432221208011</c:v>
                </c:pt>
                <c:pt idx="4">
                  <c:v>4317.8141194077753</c:v>
                </c:pt>
                <c:pt idx="5">
                  <c:v>4376.3910561976545</c:v>
                </c:pt>
                <c:pt idx="6">
                  <c:v>4954.1106542612979</c:v>
                </c:pt>
                <c:pt idx="7">
                  <c:v>6254.5559595792975</c:v>
                </c:pt>
                <c:pt idx="8">
                  <c:v>12136.66667495104</c:v>
                </c:pt>
                <c:pt idx="9">
                  <c:v>14708.417996986975</c:v>
                </c:pt>
                <c:pt idx="10">
                  <c:v>14798.242077507684</c:v>
                </c:pt>
                <c:pt idx="11">
                  <c:v>6458.8436934327601</c:v>
                </c:pt>
                <c:pt idx="12">
                  <c:v>6894.5843407956991</c:v>
                </c:pt>
                <c:pt idx="13">
                  <c:v>12610.844216469892</c:v>
                </c:pt>
                <c:pt idx="14">
                  <c:v>21357.91951399342</c:v>
                </c:pt>
                <c:pt idx="15">
                  <c:v>5189.2452011358992</c:v>
                </c:pt>
                <c:pt idx="16">
                  <c:v>5274.6514729453238</c:v>
                </c:pt>
                <c:pt idx="17">
                  <c:v>3543.6248644586167</c:v>
                </c:pt>
                <c:pt idx="18">
                  <c:v>3723.9144432174976</c:v>
                </c:pt>
                <c:pt idx="19">
                  <c:v>9858.2092781197189</c:v>
                </c:pt>
                <c:pt idx="20">
                  <c:v>7.4013872776617973E-2</c:v>
                </c:pt>
                <c:pt idx="21">
                  <c:v>45977.03163221095</c:v>
                </c:pt>
                <c:pt idx="22">
                  <c:v>6011.0841889001676</c:v>
                </c:pt>
                <c:pt idx="23">
                  <c:v>6692.052422159124</c:v>
                </c:pt>
                <c:pt idx="24">
                  <c:v>1883.3341610778823</c:v>
                </c:pt>
                <c:pt idx="25">
                  <c:v>4303.6926641985629</c:v>
                </c:pt>
                <c:pt idx="26">
                  <c:v>6894.8310483940049</c:v>
                </c:pt>
                <c:pt idx="27">
                  <c:v>8625.3706112786422</c:v>
                </c:pt>
                <c:pt idx="28">
                  <c:v>26443.782691849334</c:v>
                </c:pt>
                <c:pt idx="29">
                  <c:v>3185.0624134158975</c:v>
                </c:pt>
                <c:pt idx="30">
                  <c:v>60.886212235167932</c:v>
                </c:pt>
                <c:pt idx="31">
                  <c:v>25164.532984939091</c:v>
                </c:pt>
                <c:pt idx="32">
                  <c:v>7162.7714638071229</c:v>
                </c:pt>
                <c:pt idx="33">
                  <c:v>7296.7561970795596</c:v>
                </c:pt>
                <c:pt idx="34">
                  <c:v>3388.4463597257832</c:v>
                </c:pt>
                <c:pt idx="35">
                  <c:v>32911.606015005178</c:v>
                </c:pt>
                <c:pt idx="36">
                  <c:v>20325.579165185089</c:v>
                </c:pt>
                <c:pt idx="37">
                  <c:v>12584.364143108272</c:v>
                </c:pt>
                <c:pt idx="38">
                  <c:v>4454.9095037801108</c:v>
                </c:pt>
                <c:pt idx="39">
                  <c:v>3332.4483336080243</c:v>
                </c:pt>
                <c:pt idx="40">
                  <c:v>4018.4337256481012</c:v>
                </c:pt>
                <c:pt idx="41">
                  <c:v>10456.718139449134</c:v>
                </c:pt>
                <c:pt idx="42">
                  <c:v>26953.494888088389</c:v>
                </c:pt>
                <c:pt idx="43">
                  <c:v>20418.012602364095</c:v>
                </c:pt>
                <c:pt idx="44">
                  <c:v>205.63337093095851</c:v>
                </c:pt>
                <c:pt idx="45">
                  <c:v>23422.861520222348</c:v>
                </c:pt>
                <c:pt idx="46">
                  <c:v>2525.0875998818374</c:v>
                </c:pt>
                <c:pt idx="47">
                  <c:v>2828.8972011006222</c:v>
                </c:pt>
                <c:pt idx="48">
                  <c:v>10313.298373602409</c:v>
                </c:pt>
                <c:pt idx="49">
                  <c:v>11770.903546788368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2-A3D1-4EB7-A03B-D270A255B5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1880144"/>
        <c:axId val="10318872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Month!$D$2</c15:sqref>
                        </c15:formulaRef>
                      </c:ext>
                    </c:extLst>
                    <c:strCache>
                      <c:ptCount val="1"/>
                      <c:pt idx="0">
                        <c:v>Real</c:v>
                      </c:pt>
                    </c:strCache>
                  </c:strRef>
                </c:tx>
                <c:spPr>
                  <a:ln w="15875" cap="rnd">
                    <a:solidFill>
                      <a:srgbClr val="00B0F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Month!$D$3:$D$62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4268.2372735625613</c:v>
                      </c:pt>
                      <c:pt idx="1">
                        <c:v>1419.5449848131411</c:v>
                      </c:pt>
                      <c:pt idx="2">
                        <c:v>7204.1442988980361</c:v>
                      </c:pt>
                      <c:pt idx="3">
                        <c:v>1159.049157744364</c:v>
                      </c:pt>
                      <c:pt idx="4">
                        <c:v>20491.818124405669</c:v>
                      </c:pt>
                      <c:pt idx="5">
                        <c:v>7319.916330890027</c:v>
                      </c:pt>
                      <c:pt idx="6">
                        <c:v>1461.1976684423953</c:v>
                      </c:pt>
                      <c:pt idx="7">
                        <c:v>9230.0243286995465</c:v>
                      </c:pt>
                      <c:pt idx="8">
                        <c:v>10922.824045731479</c:v>
                      </c:pt>
                      <c:pt idx="9">
                        <c:v>6496.0216794138823</c:v>
                      </c:pt>
                      <c:pt idx="10">
                        <c:v>20413.086297190464</c:v>
                      </c:pt>
                      <c:pt idx="11">
                        <c:v>1735.6187685700822</c:v>
                      </c:pt>
                      <c:pt idx="12">
                        <c:v>10006.398281736016</c:v>
                      </c:pt>
                      <c:pt idx="13">
                        <c:v>15680.752108390368</c:v>
                      </c:pt>
                      <c:pt idx="14">
                        <c:v>31658.257136723361</c:v>
                      </c:pt>
                      <c:pt idx="15">
                        <c:v>16501.273802598531</c:v>
                      </c:pt>
                      <c:pt idx="16">
                        <c:v>34892.091744941346</c:v>
                      </c:pt>
                      <c:pt idx="17">
                        <c:v>11888.078230778085</c:v>
                      </c:pt>
                      <c:pt idx="18">
                        <c:v>7172.7596827955058</c:v>
                      </c:pt>
                      <c:pt idx="19">
                        <c:v>5239.8734076860774</c:v>
                      </c:pt>
                      <c:pt idx="20">
                        <c:v>0.3414931367089622</c:v>
                      </c:pt>
                      <c:pt idx="21">
                        <c:v>16137.426192073361</c:v>
                      </c:pt>
                      <c:pt idx="22">
                        <c:v>4151.561569526727</c:v>
                      </c:pt>
                      <c:pt idx="23">
                        <c:v>7770.4236348039103</c:v>
                      </c:pt>
                      <c:pt idx="24">
                        <c:v>1466.198052750538</c:v>
                      </c:pt>
                      <c:pt idx="25">
                        <c:v>6619.2768425582763</c:v>
                      </c:pt>
                      <c:pt idx="26">
                        <c:v>25426.685843423889</c:v>
                      </c:pt>
                      <c:pt idx="27">
                        <c:v>10112.209782809536</c:v>
                      </c:pt>
                      <c:pt idx="28">
                        <c:v>26199.467266161253</c:v>
                      </c:pt>
                      <c:pt idx="29">
                        <c:v>3036.7274611754692</c:v>
                      </c:pt>
                      <c:pt idx="30">
                        <c:v>210.8128943665028</c:v>
                      </c:pt>
                      <c:pt idx="31">
                        <c:v>8667.2275061126311</c:v>
                      </c:pt>
                      <c:pt idx="32">
                        <c:v>7960.1514983900033</c:v>
                      </c:pt>
                      <c:pt idx="33">
                        <c:v>7304.1201493410254</c:v>
                      </c:pt>
                      <c:pt idx="34">
                        <c:v>3972.9772336192118</c:v>
                      </c:pt>
                      <c:pt idx="35">
                        <c:v>25256.171453343897</c:v>
                      </c:pt>
                      <c:pt idx="36">
                        <c:v>41501.844348015198</c:v>
                      </c:pt>
                      <c:pt idx="37">
                        <c:v>13309.550279531499</c:v>
                      </c:pt>
                      <c:pt idx="38">
                        <c:v>8100.9820114943814</c:v>
                      </c:pt>
                      <c:pt idx="39">
                        <c:v>14337.346589936407</c:v>
                      </c:pt>
                      <c:pt idx="40">
                        <c:v>37449.632640038828</c:v>
                      </c:pt>
                      <c:pt idx="41">
                        <c:v>9285.655457660534</c:v>
                      </c:pt>
                      <c:pt idx="42">
                        <c:v>32941.994486037831</c:v>
                      </c:pt>
                      <c:pt idx="43">
                        <c:v>24448.090043674812</c:v>
                      </c:pt>
                      <c:pt idx="44">
                        <c:v>1367.5149237963028</c:v>
                      </c:pt>
                      <c:pt idx="45">
                        <c:v>14399.44554662733</c:v>
                      </c:pt>
                      <c:pt idx="46">
                        <c:v>2104.1656062191764</c:v>
                      </c:pt>
                      <c:pt idx="47">
                        <c:v>13363.044092240036</c:v>
                      </c:pt>
                      <c:pt idx="48">
                        <c:v>3295.0675394686091</c:v>
                      </c:pt>
                      <c:pt idx="49">
                        <c:v>5040.8088482131507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A3D1-4EB7-A03B-D270A255B5C9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Month!$E$2</c15:sqref>
                        </c15:formulaRef>
                      </c:ext>
                    </c:extLst>
                    <c:strCache>
                      <c:ptCount val="1"/>
                      <c:pt idx="0">
                        <c:v>RKAP</c:v>
                      </c:pt>
                    </c:strCache>
                  </c:strRef>
                </c:tx>
                <c:spPr>
                  <a:ln w="15875" cap="rnd">
                    <a:solidFill>
                      <a:srgbClr val="FF5BF8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Month!$E$3:$E$62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3795.8815520688818</c:v>
                      </c:pt>
                      <c:pt idx="1">
                        <c:v>5556.6996472829778</c:v>
                      </c:pt>
                      <c:pt idx="2">
                        <c:v>7684.0510920363768</c:v>
                      </c:pt>
                      <c:pt idx="3">
                        <c:v>2988.995653224687</c:v>
                      </c:pt>
                      <c:pt idx="4">
                        <c:v>11989.008887184758</c:v>
                      </c:pt>
                      <c:pt idx="5">
                        <c:v>6815.398991333238</c:v>
                      </c:pt>
                      <c:pt idx="6">
                        <c:v>5407.6740125747074</c:v>
                      </c:pt>
                      <c:pt idx="7">
                        <c:v>15409.158953041817</c:v>
                      </c:pt>
                      <c:pt idx="8">
                        <c:v>7217.3633981863795</c:v>
                      </c:pt>
                      <c:pt idx="9">
                        <c:v>14817.34743371406</c:v>
                      </c:pt>
                      <c:pt idx="10">
                        <c:v>33795.162440223445</c:v>
                      </c:pt>
                      <c:pt idx="11">
                        <c:v>1792.2585635668204</c:v>
                      </c:pt>
                      <c:pt idx="12">
                        <c:v>8086.0387808133491</c:v>
                      </c:pt>
                      <c:pt idx="13">
                        <c:v>35046.631865211617</c:v>
                      </c:pt>
                      <c:pt idx="14">
                        <c:v>13855.073704487284</c:v>
                      </c:pt>
                      <c:pt idx="15">
                        <c:v>3541.3092250994987</c:v>
                      </c:pt>
                      <c:pt idx="16">
                        <c:v>25849.832077035077</c:v>
                      </c:pt>
                      <c:pt idx="17">
                        <c:v>4494.5235060554151</c:v>
                      </c:pt>
                      <c:pt idx="18">
                        <c:v>6920.9478961652003</c:v>
                      </c:pt>
                      <c:pt idx="19">
                        <c:v>17884.802628409623</c:v>
                      </c:pt>
                      <c:pt idx="20">
                        <c:v>4.1530175326485619E-2</c:v>
                      </c:pt>
                      <c:pt idx="21">
                        <c:v>13240.187062544814</c:v>
                      </c:pt>
                      <c:pt idx="22">
                        <c:v>5502.0177582919323</c:v>
                      </c:pt>
                      <c:pt idx="23">
                        <c:v>14291.690324863344</c:v>
                      </c:pt>
                      <c:pt idx="24">
                        <c:v>1704.2738784093303</c:v>
                      </c:pt>
                      <c:pt idx="25">
                        <c:v>7770.7765834273723</c:v>
                      </c:pt>
                      <c:pt idx="26">
                        <c:v>27604.421196068521</c:v>
                      </c:pt>
                      <c:pt idx="27">
                        <c:v>6480.2826739554312</c:v>
                      </c:pt>
                      <c:pt idx="28">
                        <c:v>26871.334686803479</c:v>
                      </c:pt>
                      <c:pt idx="29">
                        <c:v>2229.7226757588392</c:v>
                      </c:pt>
                      <c:pt idx="30">
                        <c:v>175.48785930487367</c:v>
                      </c:pt>
                      <c:pt idx="31">
                        <c:v>27212.819506331169</c:v>
                      </c:pt>
                      <c:pt idx="32">
                        <c:v>1713.1099436680408</c:v>
                      </c:pt>
                      <c:pt idx="33">
                        <c:v>16762.19633516069</c:v>
                      </c:pt>
                      <c:pt idx="34">
                        <c:v>4818.7336515091738</c:v>
                      </c:pt>
                      <c:pt idx="35">
                        <c:v>10713.15705458917</c:v>
                      </c:pt>
                      <c:pt idx="36">
                        <c:v>22275.067955621595</c:v>
                      </c:pt>
                      <c:pt idx="37">
                        <c:v>15489.388876790183</c:v>
                      </c:pt>
                      <c:pt idx="38">
                        <c:v>1809.7103133511962</c:v>
                      </c:pt>
                      <c:pt idx="39">
                        <c:v>3251.5952945860736</c:v>
                      </c:pt>
                      <c:pt idx="40">
                        <c:v>21913.798314895383</c:v>
                      </c:pt>
                      <c:pt idx="41">
                        <c:v>35281.175843451267</c:v>
                      </c:pt>
                      <c:pt idx="42">
                        <c:v>9843.6113488331921</c:v>
                      </c:pt>
                      <c:pt idx="43">
                        <c:v>26019.310109401016</c:v>
                      </c:pt>
                      <c:pt idx="44">
                        <c:v>438.043879636562</c:v>
                      </c:pt>
                      <c:pt idx="45">
                        <c:v>35793.72825106301</c:v>
                      </c:pt>
                      <c:pt idx="46">
                        <c:v>2125.2728056902524</c:v>
                      </c:pt>
                      <c:pt idx="47">
                        <c:v>12775.289899704627</c:v>
                      </c:pt>
                      <c:pt idx="48">
                        <c:v>13641.924266762275</c:v>
                      </c:pt>
                      <c:pt idx="49">
                        <c:v>7260.3750828072862</c:v>
                      </c:pt>
                      <c:pt idx="50">
                        <c:v>19316.850288790283</c:v>
                      </c:pt>
                      <c:pt idx="51">
                        <c:v>2280.8196572713309</c:v>
                      </c:pt>
                      <c:pt idx="52">
                        <c:v>5486.1856889013225</c:v>
                      </c:pt>
                      <c:pt idx="53">
                        <c:v>6371.6305181128064</c:v>
                      </c:pt>
                      <c:pt idx="54">
                        <c:v>19292.233775888359</c:v>
                      </c:pt>
                      <c:pt idx="55">
                        <c:v>20804.711546606643</c:v>
                      </c:pt>
                      <c:pt idx="56">
                        <c:v>19085.385038325589</c:v>
                      </c:pt>
                      <c:pt idx="57">
                        <c:v>24058.724642561934</c:v>
                      </c:pt>
                      <c:pt idx="58">
                        <c:v>29340.818421286589</c:v>
                      </c:pt>
                      <c:pt idx="59">
                        <c:v>12919.872243160678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A3D1-4EB7-A03B-D270A255B5C9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Month!$G$2</c15:sqref>
                        </c15:formulaRef>
                      </c:ext>
                    </c:extLst>
                    <c:strCache>
                      <c:ptCount val="1"/>
                      <c:pt idx="0">
                        <c:v>FORECAST</c:v>
                      </c:pt>
                    </c:strCache>
                  </c:strRef>
                </c:tx>
                <c:spPr>
                  <a:ln w="12700" cap="rnd">
                    <a:solidFill>
                      <a:srgbClr val="34C759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Month!$G$3:$G$62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49">
                        <c:v>8064.287693778323</c:v>
                      </c:pt>
                      <c:pt idx="50">
                        <c:v>20417.656029080659</c:v>
                      </c:pt>
                      <c:pt idx="51">
                        <c:v>18553.86944006557</c:v>
                      </c:pt>
                      <c:pt idx="52">
                        <c:v>6601.9942654730958</c:v>
                      </c:pt>
                      <c:pt idx="53">
                        <c:v>26715.834431823816</c:v>
                      </c:pt>
                      <c:pt idx="54">
                        <c:v>20800.512283945467</c:v>
                      </c:pt>
                      <c:pt idx="55">
                        <c:v>20181.231466959583</c:v>
                      </c:pt>
                      <c:pt idx="56">
                        <c:v>31661.064775879262</c:v>
                      </c:pt>
                      <c:pt idx="57">
                        <c:v>13390.758875684754</c:v>
                      </c:pt>
                      <c:pt idx="58">
                        <c:v>13593.387906882974</c:v>
                      </c:pt>
                      <c:pt idx="59">
                        <c:v>14874.310528565162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3D1-4EB7-A03B-D270A255B5C9}"/>
                  </c:ext>
                </c:extLst>
              </c15:ser>
            </c15:filteredLineSeries>
          </c:ext>
        </c:extLst>
      </c:lineChart>
      <c:dateAx>
        <c:axId val="1031880144"/>
        <c:scaling>
          <c:orientation val="minMax"/>
          <c:min val="43831"/>
        </c:scaling>
        <c:delete val="1"/>
        <c:axPos val="b"/>
        <c:numFmt formatCode="d\-mmm\-yy" sourceLinked="1"/>
        <c:majorTickMark val="out"/>
        <c:minorTickMark val="none"/>
        <c:tickLblPos val="nextTo"/>
        <c:crossAx val="1031887216"/>
        <c:crosses val="autoZero"/>
        <c:auto val="1"/>
        <c:lblOffset val="100"/>
        <c:baseTimeUnit val="months"/>
        <c:majorUnit val="1"/>
        <c:majorTimeUnit val="years"/>
      </c:dateAx>
      <c:valAx>
        <c:axId val="1031887216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chemeClr val="bg2">
                  <a:lumMod val="9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188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067576652149764E-3"/>
          <c:y val="0"/>
          <c:w val="0.97913568050538746"/>
          <c:h val="1"/>
        </c:manualLayout>
      </c:layout>
      <c:lineChart>
        <c:grouping val="stacked"/>
        <c:varyColors val="0"/>
        <c:ser>
          <c:idx val="0"/>
          <c:order val="0"/>
          <c:tx>
            <c:strRef>
              <c:f>Month!$D$2</c:f>
              <c:strCache>
                <c:ptCount val="1"/>
                <c:pt idx="0">
                  <c:v>Real</c:v>
                </c:pt>
              </c:strCache>
            </c:strRef>
          </c:tx>
          <c:spPr>
            <a:ln w="15875" cap="rnd">
              <a:solidFill>
                <a:srgbClr val="F28107"/>
              </a:solidFill>
              <a:round/>
            </a:ln>
            <a:effectLst/>
          </c:spPr>
          <c:marker>
            <c:symbol val="none"/>
          </c:marker>
          <c:cat>
            <c:numRef>
              <c:f>Month!$C$3:$C$62</c:f>
              <c:numCache>
                <c:formatCode>d\-mmm\-yy</c:formatCode>
                <c:ptCount val="6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</c:numCache>
            </c:numRef>
          </c:cat>
          <c:val>
            <c:numRef>
              <c:f>Month!$D$3:$D$62</c:f>
              <c:numCache>
                <c:formatCode>General</c:formatCode>
                <c:ptCount val="60"/>
                <c:pt idx="0">
                  <c:v>6132.2911333692327</c:v>
                </c:pt>
                <c:pt idx="1">
                  <c:v>8033.9720329308047</c:v>
                </c:pt>
                <c:pt idx="2">
                  <c:v>6535.1014389602215</c:v>
                </c:pt>
                <c:pt idx="3">
                  <c:v>6738.529985279657</c:v>
                </c:pt>
                <c:pt idx="4">
                  <c:v>9962.4428199693593</c:v>
                </c:pt>
                <c:pt idx="5">
                  <c:v>30252.45764202089</c:v>
                </c:pt>
                <c:pt idx="6">
                  <c:v>8530.9358354620472</c:v>
                </c:pt>
                <c:pt idx="7">
                  <c:v>10773.681056749661</c:v>
                </c:pt>
                <c:pt idx="8">
                  <c:v>12412.184948884387</c:v>
                </c:pt>
                <c:pt idx="9">
                  <c:v>37332.915547344463</c:v>
                </c:pt>
                <c:pt idx="10">
                  <c:v>17393.257296575266</c:v>
                </c:pt>
                <c:pt idx="11">
                  <c:v>37473.016732669596</c:v>
                </c:pt>
                <c:pt idx="12">
                  <c:v>30986.244886732122</c:v>
                </c:pt>
                <c:pt idx="13">
                  <c:v>12465.657548695241</c:v>
                </c:pt>
                <c:pt idx="14">
                  <c:v>2065.031596689812</c:v>
                </c:pt>
                <c:pt idx="15">
                  <c:v>13378.302244916498</c:v>
                </c:pt>
                <c:pt idx="16">
                  <c:v>10334.74842612274</c:v>
                </c:pt>
                <c:pt idx="17">
                  <c:v>21049.752479799099</c:v>
                </c:pt>
                <c:pt idx="18">
                  <c:v>582.39882317156491</c:v>
                </c:pt>
                <c:pt idx="19">
                  <c:v>6140.0316608617204</c:v>
                </c:pt>
                <c:pt idx="20">
                  <c:v>45062.238776284641</c:v>
                </c:pt>
                <c:pt idx="21">
                  <c:v>9222.6913350085706</c:v>
                </c:pt>
                <c:pt idx="22">
                  <c:v>16342.010663312871</c:v>
                </c:pt>
                <c:pt idx="23">
                  <c:v>6451.6744779055225</c:v>
                </c:pt>
                <c:pt idx="24">
                  <c:v>2682.6619664207915</c:v>
                </c:pt>
                <c:pt idx="25">
                  <c:v>6167.9319448312035</c:v>
                </c:pt>
                <c:pt idx="26">
                  <c:v>1227.8162960266231</c:v>
                </c:pt>
                <c:pt idx="27">
                  <c:v>5582.6927721371048</c:v>
                </c:pt>
                <c:pt idx="28">
                  <c:v>3527.1900740888495</c:v>
                </c:pt>
                <c:pt idx="29">
                  <c:v>12139.515267952407</c:v>
                </c:pt>
                <c:pt idx="30">
                  <c:v>2722.4392962855454</c:v>
                </c:pt>
                <c:pt idx="31">
                  <c:v>15493.492735723334</c:v>
                </c:pt>
                <c:pt idx="32">
                  <c:v>8157.8954609875354</c:v>
                </c:pt>
                <c:pt idx="33">
                  <c:v>15014.95559256191</c:v>
                </c:pt>
                <c:pt idx="34">
                  <c:v>13817.108365024458</c:v>
                </c:pt>
                <c:pt idx="35">
                  <c:v>8623.1624806283744</c:v>
                </c:pt>
                <c:pt idx="36">
                  <c:v>7963.1520972259077</c:v>
                </c:pt>
                <c:pt idx="37">
                  <c:v>18314.112648306262</c:v>
                </c:pt>
                <c:pt idx="38">
                  <c:v>2645.2560068479793</c:v>
                </c:pt>
                <c:pt idx="39">
                  <c:v>19876.873681807832</c:v>
                </c:pt>
                <c:pt idx="40">
                  <c:v>4308.3164278444847</c:v>
                </c:pt>
                <c:pt idx="41">
                  <c:v>5162.8900689315524</c:v>
                </c:pt>
                <c:pt idx="42">
                  <c:v>7348.0405848023156</c:v>
                </c:pt>
                <c:pt idx="43">
                  <c:v>10488.048808340945</c:v>
                </c:pt>
                <c:pt idx="44">
                  <c:v>11757.432608140216</c:v>
                </c:pt>
                <c:pt idx="45">
                  <c:v>24348.824181663258</c:v>
                </c:pt>
                <c:pt idx="46">
                  <c:v>4060.0329280165124</c:v>
                </c:pt>
                <c:pt idx="47">
                  <c:v>16402.209887266683</c:v>
                </c:pt>
                <c:pt idx="48">
                  <c:v>16856.62359809898</c:v>
                </c:pt>
                <c:pt idx="49">
                  <c:v>2887.6979657969209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24-4CC3-860C-6B5B4FB34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1880144"/>
        <c:axId val="1031887216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Month!$E$2</c15:sqref>
                        </c15:formulaRef>
                      </c:ext>
                    </c:extLst>
                    <c:strCache>
                      <c:ptCount val="1"/>
                      <c:pt idx="0">
                        <c:v>RKAP</c:v>
                      </c:pt>
                    </c:strCache>
                  </c:strRef>
                </c:tx>
                <c:spPr>
                  <a:ln w="15875" cap="rnd">
                    <a:solidFill>
                      <a:srgbClr val="FF5BF8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Month!$E$3:$E$62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5427.6625513839817</c:v>
                      </c:pt>
                      <c:pt idx="1">
                        <c:v>1877.004104256747</c:v>
                      </c:pt>
                      <c:pt idx="2">
                        <c:v>17058.84154448393</c:v>
                      </c:pt>
                      <c:pt idx="3">
                        <c:v>15412.938640163304</c:v>
                      </c:pt>
                      <c:pt idx="4">
                        <c:v>10975.605369734318</c:v>
                      </c:pt>
                      <c:pt idx="5">
                        <c:v>12254.436070772883</c:v>
                      </c:pt>
                      <c:pt idx="6">
                        <c:v>23520.643191952411</c:v>
                      </c:pt>
                      <c:pt idx="7">
                        <c:v>10697.289288588418</c:v>
                      </c:pt>
                      <c:pt idx="8">
                        <c:v>8981.5225522446253</c:v>
                      </c:pt>
                      <c:pt idx="9">
                        <c:v>7091.7605636258813</c:v>
                      </c:pt>
                      <c:pt idx="10">
                        <c:v>14209.833249384361</c:v>
                      </c:pt>
                      <c:pt idx="11">
                        <c:v>22340.411254073202</c:v>
                      </c:pt>
                      <c:pt idx="12">
                        <c:v>13065.90809848075</c:v>
                      </c:pt>
                      <c:pt idx="13">
                        <c:v>2835.7489787836698</c:v>
                      </c:pt>
                      <c:pt idx="14">
                        <c:v>1529.9956866354653</c:v>
                      </c:pt>
                      <c:pt idx="15">
                        <c:v>7291.3307571844316</c:v>
                      </c:pt>
                      <c:pt idx="16">
                        <c:v>8430.9435852616352</c:v>
                      </c:pt>
                      <c:pt idx="17">
                        <c:v>9372.6827663492622</c:v>
                      </c:pt>
                      <c:pt idx="18">
                        <c:v>4023.5771553710729</c:v>
                      </c:pt>
                      <c:pt idx="19">
                        <c:v>15423.719364695982</c:v>
                      </c:pt>
                      <c:pt idx="20">
                        <c:v>25360.08093628288</c:v>
                      </c:pt>
                      <c:pt idx="21">
                        <c:v>3969.5732183459777</c:v>
                      </c:pt>
                      <c:pt idx="22">
                        <c:v>15605.854182801639</c:v>
                      </c:pt>
                      <c:pt idx="23">
                        <c:v>1421.4424021929619</c:v>
                      </c:pt>
                      <c:pt idx="24">
                        <c:v>4331.6077537223882</c:v>
                      </c:pt>
                      <c:pt idx="25">
                        <c:v>11064.18285684705</c:v>
                      </c:pt>
                      <c:pt idx="26">
                        <c:v>2074.2958125528285</c:v>
                      </c:pt>
                      <c:pt idx="27">
                        <c:v>11201.148779004268</c:v>
                      </c:pt>
                      <c:pt idx="28">
                        <c:v>17011.476649010547</c:v>
                      </c:pt>
                      <c:pt idx="29">
                        <c:v>27682.482787788875</c:v>
                      </c:pt>
                      <c:pt idx="30">
                        <c:v>7870.8122894068574</c:v>
                      </c:pt>
                      <c:pt idx="31">
                        <c:v>19155.24056098552</c:v>
                      </c:pt>
                      <c:pt idx="32">
                        <c:v>19162.804687623568</c:v>
                      </c:pt>
                      <c:pt idx="33">
                        <c:v>8245.3626935031516</c:v>
                      </c:pt>
                      <c:pt idx="34">
                        <c:v>42664.89840093175</c:v>
                      </c:pt>
                      <c:pt idx="35">
                        <c:v>3901.6093943284563</c:v>
                      </c:pt>
                      <c:pt idx="36">
                        <c:v>2367.7512251376384</c:v>
                      </c:pt>
                      <c:pt idx="37">
                        <c:v>43020.87077891668</c:v>
                      </c:pt>
                      <c:pt idx="38">
                        <c:v>3758.0928066822603</c:v>
                      </c:pt>
                      <c:pt idx="39">
                        <c:v>26523.224244452849</c:v>
                      </c:pt>
                      <c:pt idx="40">
                        <c:v>5664.8835420975638</c:v>
                      </c:pt>
                      <c:pt idx="41">
                        <c:v>13419.574790117891</c:v>
                      </c:pt>
                      <c:pt idx="42">
                        <c:v>1768.4291089199126</c:v>
                      </c:pt>
                      <c:pt idx="43">
                        <c:v>42254.652793992456</c:v>
                      </c:pt>
                      <c:pt idx="44">
                        <c:v>14088.028633185222</c:v>
                      </c:pt>
                      <c:pt idx="45">
                        <c:v>15031.509571950155</c:v>
                      </c:pt>
                      <c:pt idx="46">
                        <c:v>6535.7236164936267</c:v>
                      </c:pt>
                      <c:pt idx="47">
                        <c:v>11725.798165300879</c:v>
                      </c:pt>
                      <c:pt idx="48">
                        <c:v>29621.19398020166</c:v>
                      </c:pt>
                      <c:pt idx="49">
                        <c:v>15378.304257853057</c:v>
                      </c:pt>
                      <c:pt idx="50">
                        <c:v>5407.9742509108873</c:v>
                      </c:pt>
                      <c:pt idx="51">
                        <c:v>19142.867702417254</c:v>
                      </c:pt>
                      <c:pt idx="52">
                        <c:v>19860.408257346022</c:v>
                      </c:pt>
                      <c:pt idx="53">
                        <c:v>6634.3096130748836</c:v>
                      </c:pt>
                      <c:pt idx="54">
                        <c:v>27021.865509926032</c:v>
                      </c:pt>
                      <c:pt idx="55">
                        <c:v>9840.8428171087508</c:v>
                      </c:pt>
                      <c:pt idx="56">
                        <c:v>15539.396883512405</c:v>
                      </c:pt>
                      <c:pt idx="57">
                        <c:v>7342.1426165327039</c:v>
                      </c:pt>
                      <c:pt idx="58">
                        <c:v>328.24020649699304</c:v>
                      </c:pt>
                      <c:pt idx="59">
                        <c:v>10239.271266549636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B224-4CC3-860C-6B5B4FB3444E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Month!$F$2</c15:sqref>
                        </c15:formulaRef>
                      </c:ext>
                    </c:extLst>
                    <c:strCache>
                      <c:ptCount val="1"/>
                      <c:pt idx="0">
                        <c:v>RAKOR</c:v>
                      </c:pt>
                    </c:strCache>
                  </c:strRef>
                </c:tx>
                <c:spPr>
                  <a:ln w="12700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Month!$F$3:$F$62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5551.7613165694438</c:v>
                      </c:pt>
                      <c:pt idx="1">
                        <c:v>8863.7609376647742</c:v>
                      </c:pt>
                      <c:pt idx="2">
                        <c:v>5649.3950562149339</c:v>
                      </c:pt>
                      <c:pt idx="3">
                        <c:v>14673.687131950192</c:v>
                      </c:pt>
                      <c:pt idx="4">
                        <c:v>3256.0414767255511</c:v>
                      </c:pt>
                      <c:pt idx="5">
                        <c:v>29107.011298884256</c:v>
                      </c:pt>
                      <c:pt idx="6">
                        <c:v>21231.793107297945</c:v>
                      </c:pt>
                      <c:pt idx="7">
                        <c:v>10170.569791220936</c:v>
                      </c:pt>
                      <c:pt idx="8">
                        <c:v>9122.0624388134274</c:v>
                      </c:pt>
                      <c:pt idx="9">
                        <c:v>17275.39229979839</c:v>
                      </c:pt>
                      <c:pt idx="10">
                        <c:v>20533.921705990004</c:v>
                      </c:pt>
                      <c:pt idx="11">
                        <c:v>35338.49864497986</c:v>
                      </c:pt>
                      <c:pt idx="12">
                        <c:v>28568.268657010201</c:v>
                      </c:pt>
                      <c:pt idx="13">
                        <c:v>2311.2884167248822</c:v>
                      </c:pt>
                      <c:pt idx="14">
                        <c:v>523.76910352521043</c:v>
                      </c:pt>
                      <c:pt idx="15">
                        <c:v>7653.1080199642056</c:v>
                      </c:pt>
                      <c:pt idx="16">
                        <c:v>9875.4412179602059</c:v>
                      </c:pt>
                      <c:pt idx="17">
                        <c:v>3646.0048894315946</c:v>
                      </c:pt>
                      <c:pt idx="18">
                        <c:v>3973.3244004983271</c:v>
                      </c:pt>
                      <c:pt idx="19">
                        <c:v>26832.931385074236</c:v>
                      </c:pt>
                      <c:pt idx="20">
                        <c:v>20858.285961273818</c:v>
                      </c:pt>
                      <c:pt idx="21">
                        <c:v>12742.705253613207</c:v>
                      </c:pt>
                      <c:pt idx="22">
                        <c:v>12071.308270292975</c:v>
                      </c:pt>
                      <c:pt idx="23">
                        <c:v>4722.3393059479922</c:v>
                      </c:pt>
                      <c:pt idx="24">
                        <c:v>1987.6481652338166</c:v>
                      </c:pt>
                      <c:pt idx="25">
                        <c:v>3226.3559940552577</c:v>
                      </c:pt>
                      <c:pt idx="26">
                        <c:v>1600.8905163343984</c:v>
                      </c:pt>
                      <c:pt idx="27">
                        <c:v>12684.54555867713</c:v>
                      </c:pt>
                      <c:pt idx="28">
                        <c:v>12363.823891683614</c:v>
                      </c:pt>
                      <c:pt idx="29">
                        <c:v>16728.607731301858</c:v>
                      </c:pt>
                      <c:pt idx="30">
                        <c:v>1332.2922725866968</c:v>
                      </c:pt>
                      <c:pt idx="31">
                        <c:v>15538.468144017241</c:v>
                      </c:pt>
                      <c:pt idx="32">
                        <c:v>9332.140972628451</c:v>
                      </c:pt>
                      <c:pt idx="33">
                        <c:v>24550.25040269053</c:v>
                      </c:pt>
                      <c:pt idx="34">
                        <c:v>12144.449866048064</c:v>
                      </c:pt>
                      <c:pt idx="35">
                        <c:v>2827.7082186355719</c:v>
                      </c:pt>
                      <c:pt idx="36">
                        <c:v>12406.938211588274</c:v>
                      </c:pt>
                      <c:pt idx="37">
                        <c:v>21319.590596743015</c:v>
                      </c:pt>
                      <c:pt idx="38">
                        <c:v>1064.1466919889563</c:v>
                      </c:pt>
                      <c:pt idx="39">
                        <c:v>35323.803573228637</c:v>
                      </c:pt>
                      <c:pt idx="40">
                        <c:v>2952.1632166010941</c:v>
                      </c:pt>
                      <c:pt idx="41">
                        <c:v>15338.423738636591</c:v>
                      </c:pt>
                      <c:pt idx="42">
                        <c:v>4649.0013857467193</c:v>
                      </c:pt>
                      <c:pt idx="43">
                        <c:v>45925.041870929766</c:v>
                      </c:pt>
                      <c:pt idx="44">
                        <c:v>26275.140773317438</c:v>
                      </c:pt>
                      <c:pt idx="45">
                        <c:v>6129.8767166716216</c:v>
                      </c:pt>
                      <c:pt idx="46">
                        <c:v>15238.378311790351</c:v>
                      </c:pt>
                      <c:pt idx="47">
                        <c:v>11805.683761188593</c:v>
                      </c:pt>
                      <c:pt idx="48">
                        <c:v>30752.214664901832</c:v>
                      </c:pt>
                      <c:pt idx="49">
                        <c:v>10871.395287234734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B224-4CC3-860C-6B5B4FB3444E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Month!$G$2</c15:sqref>
                        </c15:formulaRef>
                      </c:ext>
                    </c:extLst>
                    <c:strCache>
                      <c:ptCount val="1"/>
                      <c:pt idx="0">
                        <c:v>FORECAST</c:v>
                      </c:pt>
                    </c:strCache>
                  </c:strRef>
                </c:tx>
                <c:spPr>
                  <a:ln w="12700" cap="rnd">
                    <a:solidFill>
                      <a:srgbClr val="34C759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Month!$G$3:$G$62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49">
                        <c:v>4622.9419252439793</c:v>
                      </c:pt>
                      <c:pt idx="50">
                        <c:v>9189.6088000879881</c:v>
                      </c:pt>
                      <c:pt idx="51">
                        <c:v>17571.697819897978</c:v>
                      </c:pt>
                      <c:pt idx="52">
                        <c:v>8647.0805465212452</c:v>
                      </c:pt>
                      <c:pt idx="53">
                        <c:v>9307.0975663883855</c:v>
                      </c:pt>
                      <c:pt idx="54">
                        <c:v>8217.6321894347948</c:v>
                      </c:pt>
                      <c:pt idx="55">
                        <c:v>28676.453724411749</c:v>
                      </c:pt>
                      <c:pt idx="56">
                        <c:v>30869.501490324161</c:v>
                      </c:pt>
                      <c:pt idx="57">
                        <c:v>24987.066446293851</c:v>
                      </c:pt>
                      <c:pt idx="58">
                        <c:v>1115.6818945037064</c:v>
                      </c:pt>
                      <c:pt idx="59">
                        <c:v>7084.6308007434018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B224-4CC3-860C-6B5B4FB3444E}"/>
                  </c:ext>
                </c:extLst>
              </c15:ser>
            </c15:filteredLineSeries>
          </c:ext>
        </c:extLst>
      </c:lineChart>
      <c:dateAx>
        <c:axId val="1031880144"/>
        <c:scaling>
          <c:orientation val="minMax"/>
          <c:min val="43831"/>
        </c:scaling>
        <c:delete val="1"/>
        <c:axPos val="b"/>
        <c:numFmt formatCode="d\-mmm\-yy" sourceLinked="1"/>
        <c:majorTickMark val="out"/>
        <c:minorTickMark val="none"/>
        <c:tickLblPos val="nextTo"/>
        <c:crossAx val="1031887216"/>
        <c:crosses val="autoZero"/>
        <c:auto val="1"/>
        <c:lblOffset val="100"/>
        <c:baseTimeUnit val="months"/>
        <c:majorUnit val="1"/>
        <c:majorTimeUnit val="years"/>
      </c:dateAx>
      <c:valAx>
        <c:axId val="1031887216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chemeClr val="bg2">
                  <a:lumMod val="9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188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067576652149764E-3"/>
          <c:y val="0"/>
          <c:w val="0.71054570711736709"/>
          <c:h val="1"/>
        </c:manualLayout>
      </c:layout>
      <c:lineChart>
        <c:grouping val="stacked"/>
        <c:varyColors val="0"/>
        <c:ser>
          <c:idx val="0"/>
          <c:order val="0"/>
          <c:tx>
            <c:strRef>
              <c:f>Month!$D$2</c:f>
              <c:strCache>
                <c:ptCount val="1"/>
                <c:pt idx="0">
                  <c:v>Real</c:v>
                </c:pt>
              </c:strCache>
            </c:strRef>
          </c:tx>
          <c:spPr>
            <a:ln w="15875" cap="rnd">
              <a:solidFill>
                <a:srgbClr val="00857F"/>
              </a:solidFill>
              <a:round/>
            </a:ln>
            <a:effectLst/>
          </c:spPr>
          <c:marker>
            <c:symbol val="none"/>
          </c:marker>
          <c:cat>
            <c:numRef>
              <c:f>Month!$C$3:$C$62</c:f>
              <c:numCache>
                <c:formatCode>d\-mmm\-yy</c:formatCode>
                <c:ptCount val="6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</c:numCache>
            </c:numRef>
          </c:cat>
          <c:val>
            <c:numRef>
              <c:f>Month!$D$3:$D$62</c:f>
              <c:numCache>
                <c:formatCode>General</c:formatCode>
                <c:ptCount val="60"/>
                <c:pt idx="0">
                  <c:v>5291.1307175191414</c:v>
                </c:pt>
                <c:pt idx="1">
                  <c:v>41969.66621965712</c:v>
                </c:pt>
                <c:pt idx="2">
                  <c:v>25046.587653030376</c:v>
                </c:pt>
                <c:pt idx="3">
                  <c:v>13265.877106702235</c:v>
                </c:pt>
                <c:pt idx="4">
                  <c:v>3020.0757249316971</c:v>
                </c:pt>
                <c:pt idx="5">
                  <c:v>25677.929986580759</c:v>
                </c:pt>
                <c:pt idx="6">
                  <c:v>29053.872712372664</c:v>
                </c:pt>
                <c:pt idx="7">
                  <c:v>27447.390622864721</c:v>
                </c:pt>
                <c:pt idx="8">
                  <c:v>9918.9141056892313</c:v>
                </c:pt>
                <c:pt idx="9">
                  <c:v>11476.353396023969</c:v>
                </c:pt>
                <c:pt idx="10">
                  <c:v>11748.983928630052</c:v>
                </c:pt>
                <c:pt idx="11">
                  <c:v>18489.153194481351</c:v>
                </c:pt>
                <c:pt idx="12">
                  <c:v>39911.292884846705</c:v>
                </c:pt>
                <c:pt idx="13">
                  <c:v>25959.921766189767</c:v>
                </c:pt>
                <c:pt idx="14">
                  <c:v>20418.574891696466</c:v>
                </c:pt>
                <c:pt idx="15">
                  <c:v>817.61724241424997</c:v>
                </c:pt>
                <c:pt idx="16">
                  <c:v>14950.152157222868</c:v>
                </c:pt>
                <c:pt idx="17">
                  <c:v>23240.757629935215</c:v>
                </c:pt>
                <c:pt idx="18">
                  <c:v>11005.841000283066</c:v>
                </c:pt>
                <c:pt idx="19">
                  <c:v>5010.0944104182263</c:v>
                </c:pt>
                <c:pt idx="20">
                  <c:v>33148.311070560907</c:v>
                </c:pt>
                <c:pt idx="21">
                  <c:v>6049.0803423460784</c:v>
                </c:pt>
                <c:pt idx="22">
                  <c:v>16440.83858885221</c:v>
                </c:pt>
                <c:pt idx="23">
                  <c:v>3449.0832845189525</c:v>
                </c:pt>
                <c:pt idx="24">
                  <c:v>3633.1041855627882</c:v>
                </c:pt>
                <c:pt idx="25">
                  <c:v>800.97308697485573</c:v>
                </c:pt>
                <c:pt idx="26">
                  <c:v>10071.619141107285</c:v>
                </c:pt>
                <c:pt idx="27">
                  <c:v>19109.11255816487</c:v>
                </c:pt>
                <c:pt idx="28">
                  <c:v>16006.596990120423</c:v>
                </c:pt>
                <c:pt idx="29">
                  <c:v>7922.5057294026683</c:v>
                </c:pt>
                <c:pt idx="30">
                  <c:v>9149.2368168311805</c:v>
                </c:pt>
                <c:pt idx="31">
                  <c:v>4234.4054037800624</c:v>
                </c:pt>
                <c:pt idx="32">
                  <c:v>17079.655052808019</c:v>
                </c:pt>
                <c:pt idx="33">
                  <c:v>6165.5356466909479</c:v>
                </c:pt>
                <c:pt idx="34">
                  <c:v>5157.2071316306028</c:v>
                </c:pt>
                <c:pt idx="35">
                  <c:v>9761.4798173683448</c:v>
                </c:pt>
                <c:pt idx="36">
                  <c:v>10543.299734456841</c:v>
                </c:pt>
                <c:pt idx="37">
                  <c:v>9514.0355957806969</c:v>
                </c:pt>
                <c:pt idx="38">
                  <c:v>5882.3492575483497</c:v>
                </c:pt>
                <c:pt idx="39">
                  <c:v>18869.774336384624</c:v>
                </c:pt>
                <c:pt idx="40">
                  <c:v>19809.04065102091</c:v>
                </c:pt>
                <c:pt idx="41">
                  <c:v>4629.1600614165491</c:v>
                </c:pt>
                <c:pt idx="42">
                  <c:v>1427.7257677103782</c:v>
                </c:pt>
                <c:pt idx="43">
                  <c:v>9736.310900960978</c:v>
                </c:pt>
                <c:pt idx="44">
                  <c:v>34636.312365950675</c:v>
                </c:pt>
                <c:pt idx="45">
                  <c:v>12388.647107188983</c:v>
                </c:pt>
                <c:pt idx="46">
                  <c:v>36643.343018247069</c:v>
                </c:pt>
                <c:pt idx="47">
                  <c:v>28681.643569858512</c:v>
                </c:pt>
                <c:pt idx="48">
                  <c:v>21801.124469036378</c:v>
                </c:pt>
                <c:pt idx="49">
                  <c:v>25371.549047867407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84-417A-A106-C6C18DEF5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1880144"/>
        <c:axId val="1031887216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Month!$E$2</c15:sqref>
                        </c15:formulaRef>
                      </c:ext>
                    </c:extLst>
                    <c:strCache>
                      <c:ptCount val="1"/>
                      <c:pt idx="0">
                        <c:v>RKAP</c:v>
                      </c:pt>
                    </c:strCache>
                  </c:strRef>
                </c:tx>
                <c:spPr>
                  <a:ln w="15875" cap="rnd">
                    <a:solidFill>
                      <a:srgbClr val="FF5BF8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Month!$E$3:$E$62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24578.589178344981</c:v>
                      </c:pt>
                      <c:pt idx="1">
                        <c:v>21201.727293399046</c:v>
                      </c:pt>
                      <c:pt idx="2">
                        <c:v>38455.300896969413</c:v>
                      </c:pt>
                      <c:pt idx="3">
                        <c:v>6221.0710096957291</c:v>
                      </c:pt>
                      <c:pt idx="4">
                        <c:v>5929.0609082211349</c:v>
                      </c:pt>
                      <c:pt idx="5">
                        <c:v>5809.6446548460353</c:v>
                      </c:pt>
                      <c:pt idx="6">
                        <c:v>29462.402969134975</c:v>
                      </c:pt>
                      <c:pt idx="7">
                        <c:v>45697.768993953177</c:v>
                      </c:pt>
                      <c:pt idx="8">
                        <c:v>8572.9721900630811</c:v>
                      </c:pt>
                      <c:pt idx="9">
                        <c:v>22255.372844950518</c:v>
                      </c:pt>
                      <c:pt idx="10">
                        <c:v>34724.067439221246</c:v>
                      </c:pt>
                      <c:pt idx="11">
                        <c:v>24615.508776639585</c:v>
                      </c:pt>
                      <c:pt idx="12">
                        <c:v>38379.006734136805</c:v>
                      </c:pt>
                      <c:pt idx="13">
                        <c:v>18965.158438409988</c:v>
                      </c:pt>
                      <c:pt idx="14">
                        <c:v>17396.681255315045</c:v>
                      </c:pt>
                      <c:pt idx="15">
                        <c:v>3357.8262640626508</c:v>
                      </c:pt>
                      <c:pt idx="16">
                        <c:v>39585.464041372958</c:v>
                      </c:pt>
                      <c:pt idx="17">
                        <c:v>4305.2137642144007</c:v>
                      </c:pt>
                      <c:pt idx="18">
                        <c:v>4531.9132680119856</c:v>
                      </c:pt>
                      <c:pt idx="19">
                        <c:v>25014.361750440446</c:v>
                      </c:pt>
                      <c:pt idx="20">
                        <c:v>22456.565837466926</c:v>
                      </c:pt>
                      <c:pt idx="21">
                        <c:v>15006.360228396641</c:v>
                      </c:pt>
                      <c:pt idx="22">
                        <c:v>21747.714283950332</c:v>
                      </c:pt>
                      <c:pt idx="23">
                        <c:v>1808.9530008771837</c:v>
                      </c:pt>
                      <c:pt idx="24">
                        <c:v>5913.9472361970702</c:v>
                      </c:pt>
                      <c:pt idx="25">
                        <c:v>2146.0132262129914</c:v>
                      </c:pt>
                      <c:pt idx="26">
                        <c:v>22126.616595009578</c:v>
                      </c:pt>
                      <c:pt idx="27">
                        <c:v>17863.729069060835</c:v>
                      </c:pt>
                      <c:pt idx="28">
                        <c:v>25097.183755784248</c:v>
                      </c:pt>
                      <c:pt idx="29">
                        <c:v>33093.609701055713</c:v>
                      </c:pt>
                      <c:pt idx="30">
                        <c:v>2882.3575311842392</c:v>
                      </c:pt>
                      <c:pt idx="31">
                        <c:v>11485.109894936506</c:v>
                      </c:pt>
                      <c:pt idx="32">
                        <c:v>17169.418490816701</c:v>
                      </c:pt>
                      <c:pt idx="33">
                        <c:v>12605.070381896216</c:v>
                      </c:pt>
                      <c:pt idx="34">
                        <c:v>3686.4611550065392</c:v>
                      </c:pt>
                      <c:pt idx="35">
                        <c:v>5493.2174343634606</c:v>
                      </c:pt>
                      <c:pt idx="36">
                        <c:v>3053.6988499282488</c:v>
                      </c:pt>
                      <c:pt idx="37">
                        <c:v>9420.8654284613331</c:v>
                      </c:pt>
                      <c:pt idx="38">
                        <c:v>13926.451701682683</c:v>
                      </c:pt>
                      <c:pt idx="39">
                        <c:v>22768.89337714612</c:v>
                      </c:pt>
                      <c:pt idx="40">
                        <c:v>27738.351891971015</c:v>
                      </c:pt>
                      <c:pt idx="41">
                        <c:v>5848.0338204875879</c:v>
                      </c:pt>
                      <c:pt idx="42">
                        <c:v>4394.5642789134972</c:v>
                      </c:pt>
                      <c:pt idx="43">
                        <c:v>28017.909051084462</c:v>
                      </c:pt>
                      <c:pt idx="44">
                        <c:v>21268.559730231817</c:v>
                      </c:pt>
                      <c:pt idx="45">
                        <c:v>21952.981634252705</c:v>
                      </c:pt>
                      <c:pt idx="46">
                        <c:v>16757.387922432092</c:v>
                      </c:pt>
                      <c:pt idx="47">
                        <c:v>18583.874501732815</c:v>
                      </c:pt>
                      <c:pt idx="48">
                        <c:v>31427.27739010171</c:v>
                      </c:pt>
                      <c:pt idx="49">
                        <c:v>25164.119278568494</c:v>
                      </c:pt>
                      <c:pt idx="50">
                        <c:v>16801.453477445171</c:v>
                      </c:pt>
                      <c:pt idx="51">
                        <c:v>1477.2352083386227</c:v>
                      </c:pt>
                      <c:pt idx="52">
                        <c:v>4560.3641293511682</c:v>
                      </c:pt>
                      <c:pt idx="53">
                        <c:v>13713.575887052348</c:v>
                      </c:pt>
                      <c:pt idx="54">
                        <c:v>11426.306150356409</c:v>
                      </c:pt>
                      <c:pt idx="55">
                        <c:v>34084.981133705973</c:v>
                      </c:pt>
                      <c:pt idx="56">
                        <c:v>13347.278444465206</c:v>
                      </c:pt>
                      <c:pt idx="57">
                        <c:v>12916.250583071766</c:v>
                      </c:pt>
                      <c:pt idx="58">
                        <c:v>1413.3705518990673</c:v>
                      </c:pt>
                      <c:pt idx="59">
                        <c:v>22897.597424929532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BD84-417A-A106-C6C18DEF5655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Month!$F$2</c15:sqref>
                        </c15:formulaRef>
                      </c:ext>
                    </c:extLst>
                    <c:strCache>
                      <c:ptCount val="1"/>
                      <c:pt idx="0">
                        <c:v>RAKOR</c:v>
                      </c:pt>
                    </c:strCache>
                  </c:strRef>
                </c:tx>
                <c:spPr>
                  <a:ln w="12700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Month!$F$3:$F$62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30350.243008149933</c:v>
                      </c:pt>
                      <c:pt idx="1">
                        <c:v>40172.054071011786</c:v>
                      </c:pt>
                      <c:pt idx="2">
                        <c:v>25909.953265776694</c:v>
                      </c:pt>
                      <c:pt idx="3">
                        <c:v>8884.7967326470534</c:v>
                      </c:pt>
                      <c:pt idx="4">
                        <c:v>2109.9267873340468</c:v>
                      </c:pt>
                      <c:pt idx="5">
                        <c:v>44202.256525539975</c:v>
                      </c:pt>
                      <c:pt idx="6">
                        <c:v>25415.679987310657</c:v>
                      </c:pt>
                      <c:pt idx="7">
                        <c:v>27129.905221813551</c:v>
                      </c:pt>
                      <c:pt idx="8">
                        <c:v>15470.391940702069</c:v>
                      </c:pt>
                      <c:pt idx="9">
                        <c:v>6753.719354302134</c:v>
                      </c:pt>
                      <c:pt idx="10">
                        <c:v>34165.717893386973</c:v>
                      </c:pt>
                      <c:pt idx="11">
                        <c:v>14215.471981215378</c:v>
                      </c:pt>
                      <c:pt idx="12">
                        <c:v>35749.880723003487</c:v>
                      </c:pt>
                      <c:pt idx="13">
                        <c:v>13301.566055292556</c:v>
                      </c:pt>
                      <c:pt idx="14">
                        <c:v>28629.925175972869</c:v>
                      </c:pt>
                      <c:pt idx="15">
                        <c:v>1561.0879926647171</c:v>
                      </c:pt>
                      <c:pt idx="16">
                        <c:v>18476.264135502352</c:v>
                      </c:pt>
                      <c:pt idx="17">
                        <c:v>4610.6076860544172</c:v>
                      </c:pt>
                      <c:pt idx="18">
                        <c:v>1806.6698854978722</c:v>
                      </c:pt>
                      <c:pt idx="19">
                        <c:v>14756.516758275071</c:v>
                      </c:pt>
                      <c:pt idx="20">
                        <c:v>11173.534175300863</c:v>
                      </c:pt>
                      <c:pt idx="21">
                        <c:v>5162.6153439171876</c:v>
                      </c:pt>
                      <c:pt idx="22">
                        <c:v>10435.957585182805</c:v>
                      </c:pt>
                      <c:pt idx="23">
                        <c:v>753.98687515296024</c:v>
                      </c:pt>
                      <c:pt idx="24">
                        <c:v>11995.463628183441</c:v>
                      </c:pt>
                      <c:pt idx="25">
                        <c:v>2074.0632766181357</c:v>
                      </c:pt>
                      <c:pt idx="26">
                        <c:v>15601.124295732843</c:v>
                      </c:pt>
                      <c:pt idx="27">
                        <c:v>12884.041492910234</c:v>
                      </c:pt>
                      <c:pt idx="28">
                        <c:v>6981.0462188055435</c:v>
                      </c:pt>
                      <c:pt idx="29">
                        <c:v>18575.017762097337</c:v>
                      </c:pt>
                      <c:pt idx="30">
                        <c:v>8768.3407771321199</c:v>
                      </c:pt>
                      <c:pt idx="31">
                        <c:v>21843.904066799314</c:v>
                      </c:pt>
                      <c:pt idx="32">
                        <c:v>10062.813857951358</c:v>
                      </c:pt>
                      <c:pt idx="33">
                        <c:v>8418.7054178702674</c:v>
                      </c:pt>
                      <c:pt idx="34">
                        <c:v>2763.2044086917081</c:v>
                      </c:pt>
                      <c:pt idx="35">
                        <c:v>14293.050295525072</c:v>
                      </c:pt>
                      <c:pt idx="36">
                        <c:v>7342.1826779591893</c:v>
                      </c:pt>
                      <c:pt idx="37">
                        <c:v>9450.7653102371751</c:v>
                      </c:pt>
                      <c:pt idx="38">
                        <c:v>7529.5401261234429</c:v>
                      </c:pt>
                      <c:pt idx="39">
                        <c:v>14437.040010547846</c:v>
                      </c:pt>
                      <c:pt idx="40">
                        <c:v>11292.197250847905</c:v>
                      </c:pt>
                      <c:pt idx="41">
                        <c:v>16604.084429559269</c:v>
                      </c:pt>
                      <c:pt idx="42">
                        <c:v>6018.8126406148913</c:v>
                      </c:pt>
                      <c:pt idx="43">
                        <c:v>6728.9525299781808</c:v>
                      </c:pt>
                      <c:pt idx="44">
                        <c:v>6359.152169660968</c:v>
                      </c:pt>
                      <c:pt idx="45">
                        <c:v>7980.8988905388696</c:v>
                      </c:pt>
                      <c:pt idx="46">
                        <c:v>21723.988310177425</c:v>
                      </c:pt>
                      <c:pt idx="47">
                        <c:v>25175.16551982805</c:v>
                      </c:pt>
                      <c:pt idx="48">
                        <c:v>27579.592424536833</c:v>
                      </c:pt>
                      <c:pt idx="49">
                        <c:v>5191.5207576937783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BD84-417A-A106-C6C18DEF5655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Month!$G$2</c15:sqref>
                        </c15:formulaRef>
                      </c:ext>
                    </c:extLst>
                    <c:strCache>
                      <c:ptCount val="1"/>
                      <c:pt idx="0">
                        <c:v>FORECAST</c:v>
                      </c:pt>
                    </c:strCache>
                  </c:strRef>
                </c:tx>
                <c:spPr>
                  <a:ln w="12700" cap="rnd">
                    <a:solidFill>
                      <a:srgbClr val="34C759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Month!$G$3:$G$62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49">
                        <c:v>9890.4614556346969</c:v>
                      </c:pt>
                      <c:pt idx="50">
                        <c:v>21416.92415561228</c:v>
                      </c:pt>
                      <c:pt idx="51">
                        <c:v>4142.2614665837955</c:v>
                      </c:pt>
                      <c:pt idx="52">
                        <c:v>2867.6340012222695</c:v>
                      </c:pt>
                      <c:pt idx="53">
                        <c:v>14599.385532145447</c:v>
                      </c:pt>
                      <c:pt idx="54">
                        <c:v>6345.1077513664077</c:v>
                      </c:pt>
                      <c:pt idx="55">
                        <c:v>37658.306930801518</c:v>
                      </c:pt>
                      <c:pt idx="56">
                        <c:v>8505.6353553840163</c:v>
                      </c:pt>
                      <c:pt idx="57">
                        <c:v>10474.267377758539</c:v>
                      </c:pt>
                      <c:pt idx="58">
                        <c:v>868.00613369764847</c:v>
                      </c:pt>
                      <c:pt idx="59">
                        <c:v>36367.327062079683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BD84-417A-A106-C6C18DEF5655}"/>
                  </c:ext>
                </c:extLst>
              </c15:ser>
            </c15:filteredLineSeries>
          </c:ext>
        </c:extLst>
      </c:lineChart>
      <c:dateAx>
        <c:axId val="1031880144"/>
        <c:scaling>
          <c:orientation val="minMax"/>
          <c:min val="43831"/>
        </c:scaling>
        <c:delete val="1"/>
        <c:axPos val="b"/>
        <c:numFmt formatCode="d\-mmm\-yy" sourceLinked="1"/>
        <c:majorTickMark val="out"/>
        <c:minorTickMark val="none"/>
        <c:tickLblPos val="nextTo"/>
        <c:crossAx val="1031887216"/>
        <c:crosses val="autoZero"/>
        <c:auto val="1"/>
        <c:lblOffset val="100"/>
        <c:baseTimeUnit val="months"/>
        <c:majorUnit val="1"/>
        <c:majorTimeUnit val="years"/>
      </c:dateAx>
      <c:valAx>
        <c:axId val="1031887216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chemeClr val="bg2">
                  <a:lumMod val="9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188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Tonase</a:t>
            </a:r>
            <a:endParaRPr lang="en-US" sz="1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c:rich>
      </c:tx>
      <c:layout>
        <c:manualLayout>
          <c:xMode val="edge"/>
          <c:yMode val="edge"/>
          <c:x val="0.4001183182894556"/>
          <c:y val="2.71029121047580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7303121846295593E-2"/>
          <c:y val="0.12991831269226958"/>
          <c:w val="0.94319164414365897"/>
          <c:h val="0.669111621825357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Sheet1!$K$70</c:f>
              <c:strCache>
                <c:ptCount val="1"/>
                <c:pt idx="0">
                  <c:v>Tonase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5BF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D50-4A24-A5EF-CE7C0390FB96}"/>
              </c:ext>
            </c:extLst>
          </c:dPt>
          <c:dPt>
            <c:idx val="1"/>
            <c:invertIfNegative val="0"/>
            <c:bubble3D val="0"/>
            <c:spPr>
              <a:solidFill>
                <a:srgbClr val="FF5BF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D50-4A24-A5EF-CE7C0390FB96}"/>
              </c:ext>
            </c:extLst>
          </c:dPt>
          <c:dPt>
            <c:idx val="2"/>
            <c:invertIfNegative val="0"/>
            <c:bubble3D val="0"/>
            <c:spPr>
              <a:solidFill>
                <a:srgbClr val="FF5BF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50-4A24-A5EF-CE7C0390FB96}"/>
              </c:ext>
            </c:extLst>
          </c:dPt>
          <c:dPt>
            <c:idx val="3"/>
            <c:invertIfNegative val="0"/>
            <c:bubble3D val="0"/>
            <c:spPr>
              <a:solidFill>
                <a:srgbClr val="F2810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D50-4A24-A5EF-CE7C0390FB96}"/>
              </c:ext>
            </c:extLst>
          </c:dPt>
          <c:dPt>
            <c:idx val="4"/>
            <c:invertIfNegative val="0"/>
            <c:bubble3D val="0"/>
            <c:spPr>
              <a:solidFill>
                <a:srgbClr val="F2810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D50-4A24-A5EF-CE7C0390FB96}"/>
              </c:ext>
            </c:extLst>
          </c:dPt>
          <c:dPt>
            <c:idx val="5"/>
            <c:invertIfNegative val="0"/>
            <c:bubble3D val="0"/>
            <c:spPr>
              <a:solidFill>
                <a:srgbClr val="F2810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D50-4A24-A5EF-CE7C0390FB96}"/>
              </c:ext>
            </c:extLst>
          </c:dPt>
          <c:dPt>
            <c:idx val="6"/>
            <c:invertIfNegative val="0"/>
            <c:bubble3D val="0"/>
            <c:spPr>
              <a:solidFill>
                <a:srgbClr val="FFCC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D50-4A24-A5EF-CE7C0390FB96}"/>
              </c:ext>
            </c:extLst>
          </c:dPt>
          <c:dPt>
            <c:idx val="7"/>
            <c:invertIfNegative val="0"/>
            <c:bubble3D val="0"/>
            <c:spPr>
              <a:solidFill>
                <a:srgbClr val="FFCC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D50-4A24-A5EF-CE7C0390FB96}"/>
              </c:ext>
            </c:extLst>
          </c:dPt>
          <c:dPt>
            <c:idx val="8"/>
            <c:invertIfNegative val="0"/>
            <c:bubble3D val="0"/>
            <c:spPr>
              <a:solidFill>
                <a:srgbClr val="FFCC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DD50-4A24-A5EF-CE7C0390FB96}"/>
              </c:ext>
            </c:extLst>
          </c:dPt>
          <c:dPt>
            <c:idx val="9"/>
            <c:invertIfNegative val="0"/>
            <c:bubble3D val="0"/>
            <c:spPr>
              <a:solidFill>
                <a:srgbClr val="008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DD50-4A24-A5EF-CE7C0390FB96}"/>
              </c:ext>
            </c:extLst>
          </c:dPt>
          <c:dPt>
            <c:idx val="10"/>
            <c:invertIfNegative val="0"/>
            <c:bubble3D val="0"/>
            <c:spPr>
              <a:solidFill>
                <a:srgbClr val="008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DD50-4A24-A5EF-CE7C0390FB96}"/>
              </c:ext>
            </c:extLst>
          </c:dPt>
          <c:dPt>
            <c:idx val="11"/>
            <c:invertIfNegative val="0"/>
            <c:bubble3D val="0"/>
            <c:spPr>
              <a:solidFill>
                <a:srgbClr val="008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DD50-4A24-A5EF-CE7C0390FB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Sheet1!$I$71:$J$82</c:f>
              <c:multiLvlStrCache>
                <c:ptCount val="12"/>
                <c:lvl>
                  <c:pt idx="0">
                    <c:v>SWK</c:v>
                  </c:pt>
                  <c:pt idx="1">
                    <c:v>SBS</c:v>
                  </c:pt>
                  <c:pt idx="2">
                    <c:v>PAMA</c:v>
                  </c:pt>
                  <c:pt idx="3">
                    <c:v>SWK</c:v>
                  </c:pt>
                  <c:pt idx="4">
                    <c:v>SBS</c:v>
                  </c:pt>
                  <c:pt idx="5">
                    <c:v>PAMA</c:v>
                  </c:pt>
                  <c:pt idx="6">
                    <c:v>SWK</c:v>
                  </c:pt>
                  <c:pt idx="7">
                    <c:v>SBS</c:v>
                  </c:pt>
                  <c:pt idx="8">
                    <c:v>PAMA</c:v>
                  </c:pt>
                  <c:pt idx="9">
                    <c:v>SWK</c:v>
                  </c:pt>
                  <c:pt idx="10">
                    <c:v>SBS</c:v>
                  </c:pt>
                  <c:pt idx="11">
                    <c:v>PAMA</c:v>
                  </c:pt>
                </c:lvl>
                <c:lvl>
                  <c:pt idx="0">
                    <c:v>Banko Tengah</c:v>
                  </c:pt>
                  <c:pt idx="3">
                    <c:v>Banko Barat</c:v>
                  </c:pt>
                  <c:pt idx="6">
                    <c:v>MTB</c:v>
                  </c:pt>
                  <c:pt idx="9">
                    <c:v>TAL</c:v>
                  </c:pt>
                </c:lvl>
              </c:multiLvlStrCache>
            </c:multiLvlStrRef>
          </c:cat>
          <c:val>
            <c:numRef>
              <c:f>Sheet1!$K$71:$K$82</c:f>
              <c:numCache>
                <c:formatCode>General</c:formatCode>
                <c:ptCount val="12"/>
                <c:pt idx="0">
                  <c:v>4767</c:v>
                </c:pt>
                <c:pt idx="1">
                  <c:v>2992</c:v>
                </c:pt>
                <c:pt idx="2">
                  <c:v>4381</c:v>
                </c:pt>
                <c:pt idx="3">
                  <c:v>3259</c:v>
                </c:pt>
                <c:pt idx="4">
                  <c:v>3683</c:v>
                </c:pt>
                <c:pt idx="5">
                  <c:v>4662</c:v>
                </c:pt>
                <c:pt idx="6">
                  <c:v>2664</c:v>
                </c:pt>
                <c:pt idx="7">
                  <c:v>1932</c:v>
                </c:pt>
                <c:pt idx="8">
                  <c:v>3978</c:v>
                </c:pt>
                <c:pt idx="9">
                  <c:v>4973</c:v>
                </c:pt>
                <c:pt idx="10">
                  <c:v>3222</c:v>
                </c:pt>
                <c:pt idx="11">
                  <c:v>1811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DD50-4A24-A5EF-CE7C0390FB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9"/>
        <c:axId val="808474080"/>
        <c:axId val="808473248"/>
      </c:barChart>
      <c:catAx>
        <c:axId val="80847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808473248"/>
        <c:crosses val="autoZero"/>
        <c:auto val="1"/>
        <c:lblAlgn val="ctr"/>
        <c:lblOffset val="100"/>
        <c:noMultiLvlLbl val="0"/>
      </c:catAx>
      <c:valAx>
        <c:axId val="80847324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65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08474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242425"/>
    </a:solidFill>
    <a:ln w="9525" cap="flat" cmpd="sng" algn="ctr">
      <a:noFill/>
      <a:round/>
    </a:ln>
    <a:effectLst/>
  </c:spPr>
  <c:txPr>
    <a:bodyPr rot="-5400000" vert="horz"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D" i="1" dirty="0"/>
              <a:t>Real</a:t>
            </a:r>
            <a:r>
              <a:rPr lang="en-ID" baseline="0" dirty="0"/>
              <a:t> </a:t>
            </a:r>
            <a:r>
              <a:rPr lang="en-ID" i="1" baseline="0" dirty="0"/>
              <a:t>Production </a:t>
            </a:r>
            <a:r>
              <a:rPr lang="en-ID" baseline="0" dirty="0"/>
              <a:t>vs</a:t>
            </a:r>
            <a:r>
              <a:rPr lang="en-ID" i="1" baseline="0" dirty="0"/>
              <a:t> Forecasting</a:t>
            </a:r>
            <a:endParaRPr lang="en-ID" i="1" dirty="0"/>
          </a:p>
        </c:rich>
      </c:tx>
      <c:layout>
        <c:manualLayout>
          <c:xMode val="edge"/>
          <c:yMode val="edge"/>
          <c:x val="0.31681595387206679"/>
          <c:y val="4.74962019648957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245691209906318"/>
          <c:y val="0.13754678495883454"/>
          <c:w val="0.86455747762472757"/>
          <c:h val="0.75953068947568347"/>
        </c:manualLayout>
      </c:layout>
      <c:lineChart>
        <c:grouping val="standard"/>
        <c:varyColors val="0"/>
        <c:ser>
          <c:idx val="0"/>
          <c:order val="0"/>
          <c:tx>
            <c:strRef>
              <c:f>Sheet1!$C$89</c:f>
              <c:strCache>
                <c:ptCount val="1"/>
                <c:pt idx="0">
                  <c:v>Real</c:v>
                </c:pt>
              </c:strCache>
            </c:strRef>
          </c:tx>
          <c:spPr>
            <a:ln w="15875" cap="rnd" cmpd="sng">
              <a:solidFill>
                <a:srgbClr val="3E64D6"/>
              </a:solidFill>
              <a:round/>
            </a:ln>
            <a:effectLst>
              <a:glow>
                <a:srgbClr val="F28B82"/>
              </a:glow>
              <a:outerShdw sx="1000" sy="1000" algn="ctr" rotWithShape="0">
                <a:srgbClr val="F28B82"/>
              </a:outerShdw>
            </a:effectLst>
          </c:spPr>
          <c:marker>
            <c:symbol val="none"/>
          </c:marker>
          <c:cat>
            <c:numRef>
              <c:f>Sheet1!$B$90:$B$139</c:f>
              <c:numCache>
                <c:formatCode>m/d/yyyy</c:formatCode>
                <c:ptCount val="50"/>
                <c:pt idx="0">
                  <c:v>44931</c:v>
                </c:pt>
                <c:pt idx="1">
                  <c:v>44932</c:v>
                </c:pt>
                <c:pt idx="2">
                  <c:v>44933</c:v>
                </c:pt>
                <c:pt idx="3">
                  <c:v>44934</c:v>
                </c:pt>
                <c:pt idx="4">
                  <c:v>44935</c:v>
                </c:pt>
                <c:pt idx="5">
                  <c:v>44936</c:v>
                </c:pt>
                <c:pt idx="6">
                  <c:v>44937</c:v>
                </c:pt>
                <c:pt idx="7">
                  <c:v>44938</c:v>
                </c:pt>
                <c:pt idx="8">
                  <c:v>44939</c:v>
                </c:pt>
                <c:pt idx="9">
                  <c:v>44940</c:v>
                </c:pt>
                <c:pt idx="10">
                  <c:v>44941</c:v>
                </c:pt>
                <c:pt idx="11">
                  <c:v>44942</c:v>
                </c:pt>
                <c:pt idx="12">
                  <c:v>44943</c:v>
                </c:pt>
                <c:pt idx="13">
                  <c:v>44944</c:v>
                </c:pt>
                <c:pt idx="14">
                  <c:v>44945</c:v>
                </c:pt>
                <c:pt idx="15">
                  <c:v>44946</c:v>
                </c:pt>
                <c:pt idx="16">
                  <c:v>44947</c:v>
                </c:pt>
                <c:pt idx="17">
                  <c:v>44948</c:v>
                </c:pt>
                <c:pt idx="18">
                  <c:v>44949</c:v>
                </c:pt>
                <c:pt idx="19">
                  <c:v>44950</c:v>
                </c:pt>
                <c:pt idx="20">
                  <c:v>44951</c:v>
                </c:pt>
                <c:pt idx="21">
                  <c:v>44952</c:v>
                </c:pt>
                <c:pt idx="22">
                  <c:v>44953</c:v>
                </c:pt>
                <c:pt idx="23">
                  <c:v>44954</c:v>
                </c:pt>
                <c:pt idx="24">
                  <c:v>44955</c:v>
                </c:pt>
                <c:pt idx="25">
                  <c:v>44956</c:v>
                </c:pt>
                <c:pt idx="26">
                  <c:v>44957</c:v>
                </c:pt>
                <c:pt idx="27">
                  <c:v>44958</c:v>
                </c:pt>
                <c:pt idx="28">
                  <c:v>44959</c:v>
                </c:pt>
                <c:pt idx="29">
                  <c:v>44960</c:v>
                </c:pt>
                <c:pt idx="30">
                  <c:v>44961</c:v>
                </c:pt>
                <c:pt idx="31">
                  <c:v>44962</c:v>
                </c:pt>
                <c:pt idx="32">
                  <c:v>44963</c:v>
                </c:pt>
                <c:pt idx="33">
                  <c:v>44964</c:v>
                </c:pt>
                <c:pt idx="34">
                  <c:v>44965</c:v>
                </c:pt>
                <c:pt idx="35">
                  <c:v>44966</c:v>
                </c:pt>
                <c:pt idx="36">
                  <c:v>44967</c:v>
                </c:pt>
                <c:pt idx="37">
                  <c:v>44968</c:v>
                </c:pt>
                <c:pt idx="38">
                  <c:v>44969</c:v>
                </c:pt>
                <c:pt idx="39">
                  <c:v>44970</c:v>
                </c:pt>
                <c:pt idx="40">
                  <c:v>44971</c:v>
                </c:pt>
                <c:pt idx="41">
                  <c:v>44972</c:v>
                </c:pt>
                <c:pt idx="42">
                  <c:v>44973</c:v>
                </c:pt>
                <c:pt idx="43">
                  <c:v>44974</c:v>
                </c:pt>
                <c:pt idx="44">
                  <c:v>44975</c:v>
                </c:pt>
                <c:pt idx="45">
                  <c:v>44976</c:v>
                </c:pt>
                <c:pt idx="46">
                  <c:v>44977</c:v>
                </c:pt>
                <c:pt idx="47">
                  <c:v>44978</c:v>
                </c:pt>
                <c:pt idx="48">
                  <c:v>44979</c:v>
                </c:pt>
                <c:pt idx="49">
                  <c:v>44980</c:v>
                </c:pt>
              </c:numCache>
            </c:numRef>
          </c:cat>
          <c:val>
            <c:numRef>
              <c:f>Sheet1!$C$90:$C$139</c:f>
              <c:numCache>
                <c:formatCode>General</c:formatCode>
                <c:ptCount val="50"/>
                <c:pt idx="0">
                  <c:v>446157</c:v>
                </c:pt>
                <c:pt idx="1">
                  <c:v>1378449</c:v>
                </c:pt>
                <c:pt idx="2">
                  <c:v>463742</c:v>
                </c:pt>
                <c:pt idx="3">
                  <c:v>1299531</c:v>
                </c:pt>
                <c:pt idx="4">
                  <c:v>1302934</c:v>
                </c:pt>
                <c:pt idx="5">
                  <c:v>1307935</c:v>
                </c:pt>
                <c:pt idx="6">
                  <c:v>805813</c:v>
                </c:pt>
                <c:pt idx="7">
                  <c:v>1627702</c:v>
                </c:pt>
                <c:pt idx="8">
                  <c:v>123213</c:v>
                </c:pt>
                <c:pt idx="9">
                  <c:v>744527</c:v>
                </c:pt>
                <c:pt idx="10">
                  <c:v>971785</c:v>
                </c:pt>
                <c:pt idx="11">
                  <c:v>951946</c:v>
                </c:pt>
                <c:pt idx="12">
                  <c:v>326825</c:v>
                </c:pt>
                <c:pt idx="13">
                  <c:v>189776</c:v>
                </c:pt>
                <c:pt idx="14">
                  <c:v>205891</c:v>
                </c:pt>
                <c:pt idx="15">
                  <c:v>1129638</c:v>
                </c:pt>
                <c:pt idx="16">
                  <c:v>1522946</c:v>
                </c:pt>
                <c:pt idx="17">
                  <c:v>965259</c:v>
                </c:pt>
                <c:pt idx="18">
                  <c:v>940726</c:v>
                </c:pt>
                <c:pt idx="19">
                  <c:v>1160450</c:v>
                </c:pt>
                <c:pt idx="20">
                  <c:v>819593</c:v>
                </c:pt>
                <c:pt idx="21">
                  <c:v>1010366</c:v>
                </c:pt>
                <c:pt idx="22">
                  <c:v>1372995</c:v>
                </c:pt>
                <c:pt idx="23">
                  <c:v>1283176</c:v>
                </c:pt>
                <c:pt idx="24">
                  <c:v>847239</c:v>
                </c:pt>
                <c:pt idx="25">
                  <c:v>238811</c:v>
                </c:pt>
                <c:pt idx="26">
                  <c:v>609882</c:v>
                </c:pt>
                <c:pt idx="27">
                  <c:v>1880865</c:v>
                </c:pt>
                <c:pt idx="28">
                  <c:v>1995370</c:v>
                </c:pt>
                <c:pt idx="29">
                  <c:v>270716</c:v>
                </c:pt>
                <c:pt idx="30">
                  <c:v>907181</c:v>
                </c:pt>
                <c:pt idx="31">
                  <c:v>251931</c:v>
                </c:pt>
                <c:pt idx="32">
                  <c:v>1525316</c:v>
                </c:pt>
                <c:pt idx="33">
                  <c:v>1225924</c:v>
                </c:pt>
                <c:pt idx="34">
                  <c:v>1476927</c:v>
                </c:pt>
                <c:pt idx="35">
                  <c:v>269400</c:v>
                </c:pt>
                <c:pt idx="36">
                  <c:v>494554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983-4C1B-939F-1F059AEC18C9}"/>
            </c:ext>
          </c:extLst>
        </c:ser>
        <c:ser>
          <c:idx val="1"/>
          <c:order val="1"/>
          <c:tx>
            <c:strRef>
              <c:f>Sheet1!$D$89</c:f>
              <c:strCache>
                <c:ptCount val="1"/>
                <c:pt idx="0">
                  <c:v>Forecast</c:v>
                </c:pt>
              </c:strCache>
            </c:strRef>
          </c:tx>
          <c:spPr>
            <a:ln w="15875" cap="rnd">
              <a:solidFill>
                <a:srgbClr val="73B485"/>
              </a:solidFill>
              <a:round/>
            </a:ln>
            <a:effectLst>
              <a:glow>
                <a:schemeClr val="accent1"/>
              </a:glow>
              <a:outerShdw sx="1000" sy="1000" algn="t" rotWithShape="0">
                <a:srgbClr val="81C995"/>
              </a:outerShdw>
              <a:softEdge rad="0"/>
            </a:effectLst>
          </c:spPr>
          <c:marker>
            <c:symbol val="none"/>
          </c:marker>
          <c:cat>
            <c:numRef>
              <c:f>Sheet1!$B$90:$B$139</c:f>
              <c:numCache>
                <c:formatCode>m/d/yyyy</c:formatCode>
                <c:ptCount val="50"/>
                <c:pt idx="0">
                  <c:v>44931</c:v>
                </c:pt>
                <c:pt idx="1">
                  <c:v>44932</c:v>
                </c:pt>
                <c:pt idx="2">
                  <c:v>44933</c:v>
                </c:pt>
                <c:pt idx="3">
                  <c:v>44934</c:v>
                </c:pt>
                <c:pt idx="4">
                  <c:v>44935</c:v>
                </c:pt>
                <c:pt idx="5">
                  <c:v>44936</c:v>
                </c:pt>
                <c:pt idx="6">
                  <c:v>44937</c:v>
                </c:pt>
                <c:pt idx="7">
                  <c:v>44938</c:v>
                </c:pt>
                <c:pt idx="8">
                  <c:v>44939</c:v>
                </c:pt>
                <c:pt idx="9">
                  <c:v>44940</c:v>
                </c:pt>
                <c:pt idx="10">
                  <c:v>44941</c:v>
                </c:pt>
                <c:pt idx="11">
                  <c:v>44942</c:v>
                </c:pt>
                <c:pt idx="12">
                  <c:v>44943</c:v>
                </c:pt>
                <c:pt idx="13">
                  <c:v>44944</c:v>
                </c:pt>
                <c:pt idx="14">
                  <c:v>44945</c:v>
                </c:pt>
                <c:pt idx="15">
                  <c:v>44946</c:v>
                </c:pt>
                <c:pt idx="16">
                  <c:v>44947</c:v>
                </c:pt>
                <c:pt idx="17">
                  <c:v>44948</c:v>
                </c:pt>
                <c:pt idx="18">
                  <c:v>44949</c:v>
                </c:pt>
                <c:pt idx="19">
                  <c:v>44950</c:v>
                </c:pt>
                <c:pt idx="20">
                  <c:v>44951</c:v>
                </c:pt>
                <c:pt idx="21">
                  <c:v>44952</c:v>
                </c:pt>
                <c:pt idx="22">
                  <c:v>44953</c:v>
                </c:pt>
                <c:pt idx="23">
                  <c:v>44954</c:v>
                </c:pt>
                <c:pt idx="24">
                  <c:v>44955</c:v>
                </c:pt>
                <c:pt idx="25">
                  <c:v>44956</c:v>
                </c:pt>
                <c:pt idx="26">
                  <c:v>44957</c:v>
                </c:pt>
                <c:pt idx="27">
                  <c:v>44958</c:v>
                </c:pt>
                <c:pt idx="28">
                  <c:v>44959</c:v>
                </c:pt>
                <c:pt idx="29">
                  <c:v>44960</c:v>
                </c:pt>
                <c:pt idx="30">
                  <c:v>44961</c:v>
                </c:pt>
                <c:pt idx="31">
                  <c:v>44962</c:v>
                </c:pt>
                <c:pt idx="32">
                  <c:v>44963</c:v>
                </c:pt>
                <c:pt idx="33">
                  <c:v>44964</c:v>
                </c:pt>
                <c:pt idx="34">
                  <c:v>44965</c:v>
                </c:pt>
                <c:pt idx="35">
                  <c:v>44966</c:v>
                </c:pt>
                <c:pt idx="36">
                  <c:v>44967</c:v>
                </c:pt>
                <c:pt idx="37">
                  <c:v>44968</c:v>
                </c:pt>
                <c:pt idx="38">
                  <c:v>44969</c:v>
                </c:pt>
                <c:pt idx="39">
                  <c:v>44970</c:v>
                </c:pt>
                <c:pt idx="40">
                  <c:v>44971</c:v>
                </c:pt>
                <c:pt idx="41">
                  <c:v>44972</c:v>
                </c:pt>
                <c:pt idx="42">
                  <c:v>44973</c:v>
                </c:pt>
                <c:pt idx="43">
                  <c:v>44974</c:v>
                </c:pt>
                <c:pt idx="44">
                  <c:v>44975</c:v>
                </c:pt>
                <c:pt idx="45">
                  <c:v>44976</c:v>
                </c:pt>
                <c:pt idx="46">
                  <c:v>44977</c:v>
                </c:pt>
                <c:pt idx="47">
                  <c:v>44978</c:v>
                </c:pt>
                <c:pt idx="48">
                  <c:v>44979</c:v>
                </c:pt>
                <c:pt idx="49">
                  <c:v>44980</c:v>
                </c:pt>
              </c:numCache>
            </c:numRef>
          </c:cat>
          <c:val>
            <c:numRef>
              <c:f>Sheet1!$D$90:$D$139</c:f>
              <c:numCache>
                <c:formatCode>General</c:formatCode>
                <c:ptCount val="50"/>
                <c:pt idx="0">
                  <c:v>1618239</c:v>
                </c:pt>
                <c:pt idx="1">
                  <c:v>383276</c:v>
                </c:pt>
                <c:pt idx="2">
                  <c:v>252796</c:v>
                </c:pt>
                <c:pt idx="3">
                  <c:v>1153779</c:v>
                </c:pt>
                <c:pt idx="4">
                  <c:v>1362446</c:v>
                </c:pt>
                <c:pt idx="5">
                  <c:v>1576574</c:v>
                </c:pt>
                <c:pt idx="6">
                  <c:v>1303012</c:v>
                </c:pt>
                <c:pt idx="7">
                  <c:v>125425</c:v>
                </c:pt>
                <c:pt idx="8">
                  <c:v>548703</c:v>
                </c:pt>
                <c:pt idx="9">
                  <c:v>1659438</c:v>
                </c:pt>
                <c:pt idx="10">
                  <c:v>186250</c:v>
                </c:pt>
                <c:pt idx="11">
                  <c:v>1067541</c:v>
                </c:pt>
                <c:pt idx="12">
                  <c:v>127378</c:v>
                </c:pt>
                <c:pt idx="13">
                  <c:v>1437420</c:v>
                </c:pt>
                <c:pt idx="14">
                  <c:v>1307594</c:v>
                </c:pt>
                <c:pt idx="15">
                  <c:v>1104223</c:v>
                </c:pt>
                <c:pt idx="16">
                  <c:v>778682</c:v>
                </c:pt>
                <c:pt idx="17">
                  <c:v>954806</c:v>
                </c:pt>
                <c:pt idx="18">
                  <c:v>1410603</c:v>
                </c:pt>
                <c:pt idx="19">
                  <c:v>1215247</c:v>
                </c:pt>
                <c:pt idx="20">
                  <c:v>854009</c:v>
                </c:pt>
                <c:pt idx="21">
                  <c:v>912557</c:v>
                </c:pt>
                <c:pt idx="22">
                  <c:v>1896389</c:v>
                </c:pt>
                <c:pt idx="23">
                  <c:v>1776463</c:v>
                </c:pt>
                <c:pt idx="24">
                  <c:v>268091</c:v>
                </c:pt>
                <c:pt idx="25">
                  <c:v>978178</c:v>
                </c:pt>
                <c:pt idx="26">
                  <c:v>707026</c:v>
                </c:pt>
                <c:pt idx="27">
                  <c:v>332312</c:v>
                </c:pt>
                <c:pt idx="28">
                  <c:v>603391</c:v>
                </c:pt>
                <c:pt idx="29">
                  <c:v>665225</c:v>
                </c:pt>
                <c:pt idx="30">
                  <c:v>1565855</c:v>
                </c:pt>
                <c:pt idx="31">
                  <c:v>229259</c:v>
                </c:pt>
                <c:pt idx="32">
                  <c:v>1391491</c:v>
                </c:pt>
                <c:pt idx="33">
                  <c:v>822524</c:v>
                </c:pt>
                <c:pt idx="34">
                  <c:v>727468</c:v>
                </c:pt>
                <c:pt idx="35">
                  <c:v>965602</c:v>
                </c:pt>
                <c:pt idx="36">
                  <c:v>182807</c:v>
                </c:pt>
                <c:pt idx="37">
                  <c:v>812685</c:v>
                </c:pt>
                <c:pt idx="38">
                  <c:v>478719</c:v>
                </c:pt>
                <c:pt idx="39">
                  <c:v>1727853</c:v>
                </c:pt>
                <c:pt idx="40">
                  <c:v>258318</c:v>
                </c:pt>
                <c:pt idx="41">
                  <c:v>547741</c:v>
                </c:pt>
                <c:pt idx="42">
                  <c:v>383286</c:v>
                </c:pt>
                <c:pt idx="43">
                  <c:v>989743</c:v>
                </c:pt>
                <c:pt idx="44">
                  <c:v>1638636</c:v>
                </c:pt>
                <c:pt idx="45">
                  <c:v>1455644</c:v>
                </c:pt>
                <c:pt idx="46">
                  <c:v>1384774</c:v>
                </c:pt>
                <c:pt idx="47">
                  <c:v>689799</c:v>
                </c:pt>
                <c:pt idx="48">
                  <c:v>1655361</c:v>
                </c:pt>
                <c:pt idx="49">
                  <c:v>1429707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983-4C1B-939F-1F059AEC1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1967984"/>
        <c:axId val="391988368"/>
      </c:lineChart>
      <c:dateAx>
        <c:axId val="3919679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988368"/>
        <c:crosses val="autoZero"/>
        <c:auto val="1"/>
        <c:lblOffset val="100"/>
        <c:baseTimeUnit val="days"/>
        <c:majorUnit val="1"/>
        <c:majorTimeUnit val="days"/>
        <c:minorUnit val="1"/>
        <c:minorTimeUnit val="years"/>
      </c:dateAx>
      <c:valAx>
        <c:axId val="391988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967984"/>
        <c:crosses val="autoZero"/>
        <c:crossBetween val="midCat"/>
        <c:dispUnits>
          <c:builtInUnit val="thousands"/>
          <c:dispUnitsLbl>
            <c:layout>
              <c:manualLayout>
                <c:xMode val="edge"/>
                <c:yMode val="edge"/>
                <c:x val="8.6966606735817079E-3"/>
                <c:y val="0.27305656767440878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 algn="ctr"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>
          <a:outerShdw dist="50800" dir="5400000" sx="1000" sy="1000" algn="ctr" rotWithShape="0">
            <a:srgbClr val="000000"/>
          </a:outerShdw>
        </a:effectLst>
      </c:spPr>
    </c:plotArea>
    <c:legend>
      <c:legendPos val="r"/>
      <c:layout>
        <c:manualLayout>
          <c:xMode val="edge"/>
          <c:yMode val="edge"/>
          <c:x val="0.82936325808356492"/>
          <c:y val="0.12558389488344612"/>
          <c:w val="0.14632887522365559"/>
          <c:h val="0.146241580804666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242425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067576652149764E-3"/>
          <c:y val="0"/>
          <c:w val="0.97913568050538746"/>
          <c:h val="1"/>
        </c:manualLayout>
      </c:layout>
      <c:lineChart>
        <c:grouping val="stacked"/>
        <c:varyColors val="0"/>
        <c:ser>
          <c:idx val="1"/>
          <c:order val="1"/>
          <c:tx>
            <c:strRef>
              <c:f>Month!$E$2</c:f>
              <c:strCache>
                <c:ptCount val="1"/>
                <c:pt idx="0">
                  <c:v>RKAP</c:v>
                </c:pt>
              </c:strCache>
              <c:extLst xmlns:c15="http://schemas.microsoft.com/office/drawing/2012/chart"/>
            </c:strRef>
          </c:tx>
          <c:spPr>
            <a:ln w="15875" cap="rnd">
              <a:solidFill>
                <a:srgbClr val="FF5BF8"/>
              </a:solidFill>
              <a:round/>
            </a:ln>
            <a:effectLst/>
          </c:spPr>
          <c:marker>
            <c:symbol val="none"/>
          </c:marker>
          <c:cat>
            <c:numRef>
              <c:f>Month!$C$3:$C$62</c:f>
              <c:numCache>
                <c:formatCode>d\-mmm\-yy</c:formatCode>
                <c:ptCount val="6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</c:numCache>
              <c:extLst xmlns:c15="http://schemas.microsoft.com/office/drawing/2012/chart"/>
            </c:numRef>
          </c:cat>
          <c:val>
            <c:numRef>
              <c:f>Month!$E$3:$E$62</c:f>
              <c:numCache>
                <c:formatCode>General</c:formatCode>
                <c:ptCount val="60"/>
                <c:pt idx="0">
                  <c:v>9210.9972376520855</c:v>
                </c:pt>
                <c:pt idx="1">
                  <c:v>24396.580549127852</c:v>
                </c:pt>
                <c:pt idx="2">
                  <c:v>7469.2048800239118</c:v>
                </c:pt>
                <c:pt idx="3">
                  <c:v>13133.279030463149</c:v>
                </c:pt>
                <c:pt idx="4">
                  <c:v>20170.345346439812</c:v>
                </c:pt>
                <c:pt idx="5">
                  <c:v>31817.766774536947</c:v>
                </c:pt>
                <c:pt idx="6">
                  <c:v>2808.3079133642341</c:v>
                </c:pt>
                <c:pt idx="7">
                  <c:v>29333.837839644184</c:v>
                </c:pt>
                <c:pt idx="8">
                  <c:v>13070.131309316157</c:v>
                </c:pt>
                <c:pt idx="9">
                  <c:v>8431.900385774783</c:v>
                </c:pt>
                <c:pt idx="10">
                  <c:v>6232.2373303234772</c:v>
                </c:pt>
                <c:pt idx="11">
                  <c:v>15406.334030090247</c:v>
                </c:pt>
                <c:pt idx="12">
                  <c:v>3263.6573557175607</c:v>
                </c:pt>
                <c:pt idx="13">
                  <c:v>12304.693455869454</c:v>
                </c:pt>
                <c:pt idx="14">
                  <c:v>29081.600947441533</c:v>
                </c:pt>
                <c:pt idx="15">
                  <c:v>35403.177786659755</c:v>
                </c:pt>
                <c:pt idx="16">
                  <c:v>9985.644564569875</c:v>
                </c:pt>
                <c:pt idx="17">
                  <c:v>32078.102997344147</c:v>
                </c:pt>
                <c:pt idx="18">
                  <c:v>26428.541922127428</c:v>
                </c:pt>
                <c:pt idx="19">
                  <c:v>4744.6925049858746</c:v>
                </c:pt>
                <c:pt idx="20">
                  <c:v>3931.5763397222131</c:v>
                </c:pt>
                <c:pt idx="21">
                  <c:v>10948.227032816107</c:v>
                </c:pt>
                <c:pt idx="22">
                  <c:v>10988.364616115758</c:v>
                </c:pt>
                <c:pt idx="23">
                  <c:v>2445.7951958800072</c:v>
                </c:pt>
                <c:pt idx="24">
                  <c:v>6791.0118932298765</c:v>
                </c:pt>
                <c:pt idx="25">
                  <c:v>18461.413119926576</c:v>
                </c:pt>
                <c:pt idx="26">
                  <c:v>26338.487752411169</c:v>
                </c:pt>
                <c:pt idx="27">
                  <c:v>37376.51521527463</c:v>
                </c:pt>
                <c:pt idx="28">
                  <c:v>24040.595960370109</c:v>
                </c:pt>
                <c:pt idx="29">
                  <c:v>7001.2171537064769</c:v>
                </c:pt>
                <c:pt idx="30">
                  <c:v>2048.4613820951076</c:v>
                </c:pt>
                <c:pt idx="31">
                  <c:v>28492.904548744009</c:v>
                </c:pt>
                <c:pt idx="32">
                  <c:v>5572.5405852614476</c:v>
                </c:pt>
                <c:pt idx="33">
                  <c:v>23493.234751713317</c:v>
                </c:pt>
                <c:pt idx="34">
                  <c:v>23345.502359169092</c:v>
                </c:pt>
                <c:pt idx="35">
                  <c:v>28410.641281741246</c:v>
                </c:pt>
                <c:pt idx="36">
                  <c:v>6332.1250923032167</c:v>
                </c:pt>
                <c:pt idx="37">
                  <c:v>6458.7643376522356</c:v>
                </c:pt>
                <c:pt idx="38">
                  <c:v>9298.1159339210917</c:v>
                </c:pt>
                <c:pt idx="39">
                  <c:v>16433.905324514526</c:v>
                </c:pt>
                <c:pt idx="40">
                  <c:v>30.169666712650088</c:v>
                </c:pt>
                <c:pt idx="41">
                  <c:v>33287.797992331914</c:v>
                </c:pt>
                <c:pt idx="42">
                  <c:v>38600.825441143199</c:v>
                </c:pt>
                <c:pt idx="43">
                  <c:v>11677.588902336574</c:v>
                </c:pt>
                <c:pt idx="44">
                  <c:v>16541.115634513408</c:v>
                </c:pt>
                <c:pt idx="45">
                  <c:v>12071.788865417573</c:v>
                </c:pt>
                <c:pt idx="46">
                  <c:v>12254.030662094381</c:v>
                </c:pt>
                <c:pt idx="47">
                  <c:v>4922.9918505716614</c:v>
                </c:pt>
                <c:pt idx="48">
                  <c:v>4020.321565308745</c:v>
                </c:pt>
                <c:pt idx="49">
                  <c:v>22973.232916731911</c:v>
                </c:pt>
                <c:pt idx="50">
                  <c:v>3713.5754474685777</c:v>
                </c:pt>
                <c:pt idx="51">
                  <c:v>6965.6149415625841</c:v>
                </c:pt>
                <c:pt idx="52">
                  <c:v>4374.8735435184944</c:v>
                </c:pt>
                <c:pt idx="53">
                  <c:v>7212.9824085523542</c:v>
                </c:pt>
                <c:pt idx="54">
                  <c:v>7929.7073666025599</c:v>
                </c:pt>
                <c:pt idx="55">
                  <c:v>25952.7421485901</c:v>
                </c:pt>
                <c:pt idx="56">
                  <c:v>41332.46374323772</c:v>
                </c:pt>
                <c:pt idx="57">
                  <c:v>1708.0458336369536</c:v>
                </c:pt>
                <c:pt idx="58">
                  <c:v>931.8219477432084</c:v>
                </c:pt>
                <c:pt idx="59">
                  <c:v>1592.7953161726339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1-9E54-4C4D-882A-1945FBA604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1880144"/>
        <c:axId val="10318872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Month!$D$2</c15:sqref>
                        </c15:formulaRef>
                      </c:ext>
                    </c:extLst>
                    <c:strCache>
                      <c:ptCount val="1"/>
                      <c:pt idx="0">
                        <c:v>Real</c:v>
                      </c:pt>
                    </c:strCache>
                  </c:strRef>
                </c:tx>
                <c:spPr>
                  <a:ln w="15875" cap="rnd">
                    <a:solidFill>
                      <a:srgbClr val="00B0F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Month!$D$3:$D$62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26359.586551921104</c:v>
                      </c:pt>
                      <c:pt idx="1">
                        <c:v>37675.559482805751</c:v>
                      </c:pt>
                      <c:pt idx="2">
                        <c:v>5425.222290886677</c:v>
                      </c:pt>
                      <c:pt idx="3">
                        <c:v>33053.799939314398</c:v>
                      </c:pt>
                      <c:pt idx="4">
                        <c:v>24711.000300161559</c:v>
                      </c:pt>
                      <c:pt idx="5">
                        <c:v>15573.643053347248</c:v>
                      </c:pt>
                      <c:pt idx="6">
                        <c:v>1781.3595712695796</c:v>
                      </c:pt>
                      <c:pt idx="7">
                        <c:v>32253.003199426861</c:v>
                      </c:pt>
                      <c:pt idx="8">
                        <c:v>9471.4878888438798</c:v>
                      </c:pt>
                      <c:pt idx="9">
                        <c:v>33409.964473364744</c:v>
                      </c:pt>
                      <c:pt idx="10">
                        <c:v>36181.035872557302</c:v>
                      </c:pt>
                      <c:pt idx="11">
                        <c:v>1930.8610600506868</c:v>
                      </c:pt>
                      <c:pt idx="12">
                        <c:v>10260.580843574638</c:v>
                      </c:pt>
                      <c:pt idx="13">
                        <c:v>21938.6656866917</c:v>
                      </c:pt>
                      <c:pt idx="14">
                        <c:v>35418.481222054455</c:v>
                      </c:pt>
                      <c:pt idx="15">
                        <c:v>37266.189807026058</c:v>
                      </c:pt>
                      <c:pt idx="16">
                        <c:v>6715.1110635778386</c:v>
                      </c:pt>
                      <c:pt idx="17">
                        <c:v>41848.153162703558</c:v>
                      </c:pt>
                      <c:pt idx="18">
                        <c:v>7557.1560070246978</c:v>
                      </c:pt>
                      <c:pt idx="19">
                        <c:v>4635.7147685062018</c:v>
                      </c:pt>
                      <c:pt idx="20">
                        <c:v>25434.8105785472</c:v>
                      </c:pt>
                      <c:pt idx="21">
                        <c:v>41338.687994941531</c:v>
                      </c:pt>
                      <c:pt idx="22">
                        <c:v>27840.896832447488</c:v>
                      </c:pt>
                      <c:pt idx="23">
                        <c:v>4739.4289355657766</c:v>
                      </c:pt>
                      <c:pt idx="24">
                        <c:v>8677.0657194811629</c:v>
                      </c:pt>
                      <c:pt idx="25">
                        <c:v>3656.6473846173972</c:v>
                      </c:pt>
                      <c:pt idx="26">
                        <c:v>47959.174937292773</c:v>
                      </c:pt>
                      <c:pt idx="27">
                        <c:v>41484.199402492908</c:v>
                      </c:pt>
                      <c:pt idx="28">
                        <c:v>20846.817228005348</c:v>
                      </c:pt>
                      <c:pt idx="29">
                        <c:v>9785.1355585659967</c:v>
                      </c:pt>
                      <c:pt idx="30">
                        <c:v>2620.9079199840917</c:v>
                      </c:pt>
                      <c:pt idx="31">
                        <c:v>25245.431829849564</c:v>
                      </c:pt>
                      <c:pt idx="32">
                        <c:v>38952.335931802656</c:v>
                      </c:pt>
                      <c:pt idx="33">
                        <c:v>18422.237588488413</c:v>
                      </c:pt>
                      <c:pt idx="34">
                        <c:v>28815.237914632555</c:v>
                      </c:pt>
                      <c:pt idx="35">
                        <c:v>22709.235460550619</c:v>
                      </c:pt>
                      <c:pt idx="36">
                        <c:v>14767.597231950815</c:v>
                      </c:pt>
                      <c:pt idx="37">
                        <c:v>9661.7908137678314</c:v>
                      </c:pt>
                      <c:pt idx="38">
                        <c:v>9602.2056253940536</c:v>
                      </c:pt>
                      <c:pt idx="39">
                        <c:v>25627.985579868917</c:v>
                      </c:pt>
                      <c:pt idx="40">
                        <c:v>33.097317977237495</c:v>
                      </c:pt>
                      <c:pt idx="41">
                        <c:v>32968.317803472171</c:v>
                      </c:pt>
                      <c:pt idx="42">
                        <c:v>27762.187358280324</c:v>
                      </c:pt>
                      <c:pt idx="43">
                        <c:v>34958.270861863792</c:v>
                      </c:pt>
                      <c:pt idx="44">
                        <c:v>7203.7728482602743</c:v>
                      </c:pt>
                      <c:pt idx="45">
                        <c:v>3938.302869304071</c:v>
                      </c:pt>
                      <c:pt idx="46">
                        <c:v>12799.909140129308</c:v>
                      </c:pt>
                      <c:pt idx="47">
                        <c:v>2406.6655358181033</c:v>
                      </c:pt>
                      <c:pt idx="48">
                        <c:v>18662.861003104041</c:v>
                      </c:pt>
                      <c:pt idx="49">
                        <c:v>26897.406705805555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9E54-4C4D-882A-1945FBA60480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Month!$F$2</c15:sqref>
                        </c15:formulaRef>
                      </c:ext>
                    </c:extLst>
                    <c:strCache>
                      <c:ptCount val="1"/>
                      <c:pt idx="0">
                        <c:v>RAKOR</c:v>
                      </c:pt>
                    </c:strCache>
                  </c:strRef>
                </c:tx>
                <c:spPr>
                  <a:ln w="12700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Month!$F$3:$F$62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38170.244913158662</c:v>
                      </c:pt>
                      <c:pt idx="1">
                        <c:v>9171.5443579281891</c:v>
                      </c:pt>
                      <c:pt idx="2">
                        <c:v>12593.700757201761</c:v>
                      </c:pt>
                      <c:pt idx="3">
                        <c:v>21275.588989280939</c:v>
                      </c:pt>
                      <c:pt idx="4">
                        <c:v>23573.79235497124</c:v>
                      </c:pt>
                      <c:pt idx="5">
                        <c:v>3910.3829113897186</c:v>
                      </c:pt>
                      <c:pt idx="6">
                        <c:v>1243.7667563730163</c:v>
                      </c:pt>
                      <c:pt idx="7">
                        <c:v>39430.674369692257</c:v>
                      </c:pt>
                      <c:pt idx="8">
                        <c:v>3000.7694343934795</c:v>
                      </c:pt>
                      <c:pt idx="9">
                        <c:v>17931.096521100317</c:v>
                      </c:pt>
                      <c:pt idx="10">
                        <c:v>19666.93494963949</c:v>
                      </c:pt>
                      <c:pt idx="11">
                        <c:v>12300.73455388305</c:v>
                      </c:pt>
                      <c:pt idx="12">
                        <c:v>3940.0828263990688</c:v>
                      </c:pt>
                      <c:pt idx="13">
                        <c:v>18174.519771860461</c:v>
                      </c:pt>
                      <c:pt idx="14">
                        <c:v>12973.020649425645</c:v>
                      </c:pt>
                      <c:pt idx="15">
                        <c:v>34525.216373777279</c:v>
                      </c:pt>
                      <c:pt idx="16">
                        <c:v>7221.2269236725906</c:v>
                      </c:pt>
                      <c:pt idx="17">
                        <c:v>31983.162618057446</c:v>
                      </c:pt>
                      <c:pt idx="18">
                        <c:v>35557.033415978607</c:v>
                      </c:pt>
                      <c:pt idx="19">
                        <c:v>1419.5836236520211</c:v>
                      </c:pt>
                      <c:pt idx="20">
                        <c:v>6389.3921645882183</c:v>
                      </c:pt>
                      <c:pt idx="21">
                        <c:v>35795.981030077266</c:v>
                      </c:pt>
                      <c:pt idx="22">
                        <c:v>5185.0890496717766</c:v>
                      </c:pt>
                      <c:pt idx="23">
                        <c:v>1884.5843189854713</c:v>
                      </c:pt>
                      <c:pt idx="24">
                        <c:v>4690.4338248107897</c:v>
                      </c:pt>
                      <c:pt idx="25">
                        <c:v>20145.08505661289</c:v>
                      </c:pt>
                      <c:pt idx="26">
                        <c:v>27954.700018612162</c:v>
                      </c:pt>
                      <c:pt idx="27">
                        <c:v>44903.858670096452</c:v>
                      </c:pt>
                      <c:pt idx="28">
                        <c:v>20103.050097776762</c:v>
                      </c:pt>
                      <c:pt idx="29">
                        <c:v>28564.576141084235</c:v>
                      </c:pt>
                      <c:pt idx="30">
                        <c:v>2063.5395149225396</c:v>
                      </c:pt>
                      <c:pt idx="31">
                        <c:v>13463.93257108634</c:v>
                      </c:pt>
                      <c:pt idx="32">
                        <c:v>27111.182261024111</c:v>
                      </c:pt>
                      <c:pt idx="33">
                        <c:v>6361.3526387375523</c:v>
                      </c:pt>
                      <c:pt idx="34">
                        <c:v>23773.143161774449</c:v>
                      </c:pt>
                      <c:pt idx="35">
                        <c:v>24263.984268899847</c:v>
                      </c:pt>
                      <c:pt idx="36">
                        <c:v>5085.8740608460466</c:v>
                      </c:pt>
                      <c:pt idx="37">
                        <c:v>12256.427779939986</c:v>
                      </c:pt>
                      <c:pt idx="38">
                        <c:v>12839.72978093283</c:v>
                      </c:pt>
                      <c:pt idx="39">
                        <c:v>15816.281072480504</c:v>
                      </c:pt>
                      <c:pt idx="40">
                        <c:v>40.074369763953619</c:v>
                      </c:pt>
                      <c:pt idx="41">
                        <c:v>21865.835431617252</c:v>
                      </c:pt>
                      <c:pt idx="42">
                        <c:v>7249.8074358949689</c:v>
                      </c:pt>
                      <c:pt idx="43">
                        <c:v>33285.035751772288</c:v>
                      </c:pt>
                      <c:pt idx="44">
                        <c:v>13796.821216128539</c:v>
                      </c:pt>
                      <c:pt idx="45">
                        <c:v>2457.1843429788614</c:v>
                      </c:pt>
                      <c:pt idx="46">
                        <c:v>13554.765726574509</c:v>
                      </c:pt>
                      <c:pt idx="47">
                        <c:v>8490.3347017050255</c:v>
                      </c:pt>
                      <c:pt idx="48">
                        <c:v>16097.625341879721</c:v>
                      </c:pt>
                      <c:pt idx="49">
                        <c:v>25894.161224031872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E54-4C4D-882A-1945FBA60480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Month!$G$2</c15:sqref>
                        </c15:formulaRef>
                      </c:ext>
                    </c:extLst>
                    <c:strCache>
                      <c:ptCount val="1"/>
                      <c:pt idx="0">
                        <c:v>FORECAST</c:v>
                      </c:pt>
                    </c:strCache>
                  </c:strRef>
                </c:tx>
                <c:spPr>
                  <a:ln w="12700" cap="rnd">
                    <a:solidFill>
                      <a:srgbClr val="34C759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Month!$G$3:$G$62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49">
                        <c:v>9967.7108203408079</c:v>
                      </c:pt>
                      <c:pt idx="50">
                        <c:v>4343.3419711475872</c:v>
                      </c:pt>
                      <c:pt idx="51">
                        <c:v>4273.3904657057965</c:v>
                      </c:pt>
                      <c:pt idx="52">
                        <c:v>7591.4753394275394</c:v>
                      </c:pt>
                      <c:pt idx="53">
                        <c:v>27464.886557384692</c:v>
                      </c:pt>
                      <c:pt idx="54">
                        <c:v>24131.498269465723</c:v>
                      </c:pt>
                      <c:pt idx="55">
                        <c:v>18075.344152999201</c:v>
                      </c:pt>
                      <c:pt idx="56">
                        <c:v>37809.053093298091</c:v>
                      </c:pt>
                      <c:pt idx="57">
                        <c:v>8017.8410164917768</c:v>
                      </c:pt>
                      <c:pt idx="58">
                        <c:v>1498.8422156642223</c:v>
                      </c:pt>
                      <c:pt idx="59">
                        <c:v>1331.9586703884977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9E54-4C4D-882A-1945FBA60480}"/>
                  </c:ext>
                </c:extLst>
              </c15:ser>
            </c15:filteredLineSeries>
          </c:ext>
        </c:extLst>
      </c:lineChart>
      <c:dateAx>
        <c:axId val="1031880144"/>
        <c:scaling>
          <c:orientation val="minMax"/>
          <c:min val="43831"/>
        </c:scaling>
        <c:delete val="1"/>
        <c:axPos val="b"/>
        <c:numFmt formatCode="d\-mmm\-yy" sourceLinked="1"/>
        <c:majorTickMark val="out"/>
        <c:minorTickMark val="none"/>
        <c:tickLblPos val="nextTo"/>
        <c:crossAx val="1031887216"/>
        <c:crosses val="autoZero"/>
        <c:auto val="1"/>
        <c:lblOffset val="100"/>
        <c:baseTimeUnit val="months"/>
        <c:majorUnit val="1"/>
        <c:majorTimeUnit val="years"/>
      </c:dateAx>
      <c:valAx>
        <c:axId val="1031887216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chemeClr val="bg2">
                  <a:lumMod val="9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188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067576652149764E-3"/>
          <c:y val="0"/>
          <c:w val="0.97913568050538746"/>
          <c:h val="1"/>
        </c:manualLayout>
      </c:layout>
      <c:lineChart>
        <c:grouping val="stacked"/>
        <c:varyColors val="0"/>
        <c:ser>
          <c:idx val="2"/>
          <c:order val="2"/>
          <c:tx>
            <c:strRef>
              <c:f>Month!$F$2</c:f>
              <c:strCache>
                <c:ptCount val="1"/>
                <c:pt idx="0">
                  <c:v>RAKOR</c:v>
                </c:pt>
              </c:strCache>
              <c:extLst xmlns:c15="http://schemas.microsoft.com/office/drawing/2012/chart"/>
            </c:strRef>
          </c:tx>
          <c:spPr>
            <a:ln w="12700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Month!$C$3:$C$62</c:f>
              <c:numCache>
                <c:formatCode>d\-mmm\-yy</c:formatCode>
                <c:ptCount val="6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</c:numCache>
              <c:extLst xmlns:c15="http://schemas.microsoft.com/office/drawing/2012/chart"/>
            </c:numRef>
          </c:cat>
          <c:val>
            <c:numRef>
              <c:f>Month!$F$3:$F$62</c:f>
              <c:numCache>
                <c:formatCode>General</c:formatCode>
                <c:ptCount val="60"/>
                <c:pt idx="0">
                  <c:v>6149.1422694775583</c:v>
                </c:pt>
                <c:pt idx="1">
                  <c:v>10823.484530359889</c:v>
                </c:pt>
                <c:pt idx="2">
                  <c:v>11099.148685870696</c:v>
                </c:pt>
                <c:pt idx="3">
                  <c:v>1471.3432221208011</c:v>
                </c:pt>
                <c:pt idx="4">
                  <c:v>4317.8141194077753</c:v>
                </c:pt>
                <c:pt idx="5">
                  <c:v>4376.3910561976545</c:v>
                </c:pt>
                <c:pt idx="6">
                  <c:v>4954.1106542612979</c:v>
                </c:pt>
                <c:pt idx="7">
                  <c:v>6254.5559595792975</c:v>
                </c:pt>
                <c:pt idx="8">
                  <c:v>12136.66667495104</c:v>
                </c:pt>
                <c:pt idx="9">
                  <c:v>14708.417996986975</c:v>
                </c:pt>
                <c:pt idx="10">
                  <c:v>14798.242077507684</c:v>
                </c:pt>
                <c:pt idx="11">
                  <c:v>6458.8436934327601</c:v>
                </c:pt>
                <c:pt idx="12">
                  <c:v>6894.5843407956991</c:v>
                </c:pt>
                <c:pt idx="13">
                  <c:v>12610.844216469892</c:v>
                </c:pt>
                <c:pt idx="14">
                  <c:v>21357.91951399342</c:v>
                </c:pt>
                <c:pt idx="15">
                  <c:v>5189.2452011358992</c:v>
                </c:pt>
                <c:pt idx="16">
                  <c:v>5274.6514729453238</c:v>
                </c:pt>
                <c:pt idx="17">
                  <c:v>3543.6248644586167</c:v>
                </c:pt>
                <c:pt idx="18">
                  <c:v>3723.9144432174976</c:v>
                </c:pt>
                <c:pt idx="19">
                  <c:v>9858.2092781197189</c:v>
                </c:pt>
                <c:pt idx="20">
                  <c:v>7.4013872776617973E-2</c:v>
                </c:pt>
                <c:pt idx="21">
                  <c:v>45977.03163221095</c:v>
                </c:pt>
                <c:pt idx="22">
                  <c:v>6011.0841889001676</c:v>
                </c:pt>
                <c:pt idx="23">
                  <c:v>6692.052422159124</c:v>
                </c:pt>
                <c:pt idx="24">
                  <c:v>1883.3341610778823</c:v>
                </c:pt>
                <c:pt idx="25">
                  <c:v>4303.6926641985629</c:v>
                </c:pt>
                <c:pt idx="26">
                  <c:v>6894.8310483940049</c:v>
                </c:pt>
                <c:pt idx="27">
                  <c:v>8625.3706112786422</c:v>
                </c:pt>
                <c:pt idx="28">
                  <c:v>26443.782691849334</c:v>
                </c:pt>
                <c:pt idx="29">
                  <c:v>3185.0624134158975</c:v>
                </c:pt>
                <c:pt idx="30">
                  <c:v>60.886212235167932</c:v>
                </c:pt>
                <c:pt idx="31">
                  <c:v>25164.532984939091</c:v>
                </c:pt>
                <c:pt idx="32">
                  <c:v>7162.7714638071229</c:v>
                </c:pt>
                <c:pt idx="33">
                  <c:v>7296.7561970795596</c:v>
                </c:pt>
                <c:pt idx="34">
                  <c:v>3388.4463597257832</c:v>
                </c:pt>
                <c:pt idx="35">
                  <c:v>32911.606015005178</c:v>
                </c:pt>
                <c:pt idx="36">
                  <c:v>20325.579165185089</c:v>
                </c:pt>
                <c:pt idx="37">
                  <c:v>12584.364143108272</c:v>
                </c:pt>
                <c:pt idx="38">
                  <c:v>4454.9095037801108</c:v>
                </c:pt>
                <c:pt idx="39">
                  <c:v>3332.4483336080243</c:v>
                </c:pt>
                <c:pt idx="40">
                  <c:v>4018.4337256481012</c:v>
                </c:pt>
                <c:pt idx="41">
                  <c:v>10456.718139449134</c:v>
                </c:pt>
                <c:pt idx="42">
                  <c:v>26953.494888088389</c:v>
                </c:pt>
                <c:pt idx="43">
                  <c:v>20418.012602364095</c:v>
                </c:pt>
                <c:pt idx="44">
                  <c:v>205.63337093095851</c:v>
                </c:pt>
                <c:pt idx="45">
                  <c:v>23422.861520222348</c:v>
                </c:pt>
                <c:pt idx="46">
                  <c:v>2525.0875998818374</c:v>
                </c:pt>
                <c:pt idx="47">
                  <c:v>2828.8972011006222</c:v>
                </c:pt>
                <c:pt idx="48">
                  <c:v>10313.298373602409</c:v>
                </c:pt>
                <c:pt idx="49">
                  <c:v>11770.903546788368</c:v>
                </c:pt>
              </c:numCache>
              <c:extLst xmlns:c15="http://schemas.microsoft.com/office/drawing/2012/chart"/>
            </c:numRef>
          </c: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2-A3D1-4EB7-A03B-D270A255B5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1880144"/>
        <c:axId val="1031887216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Month!$D$2</c15:sqref>
                        </c15:formulaRef>
                      </c:ext>
                    </c:extLst>
                    <c:strCache>
                      <c:ptCount val="1"/>
                      <c:pt idx="0">
                        <c:v>Real</c:v>
                      </c:pt>
                    </c:strCache>
                  </c:strRef>
                </c:tx>
                <c:spPr>
                  <a:ln w="15875" cap="rnd">
                    <a:solidFill>
                      <a:srgbClr val="00B0F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Month!$D$3:$D$62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4268.2372735625613</c:v>
                      </c:pt>
                      <c:pt idx="1">
                        <c:v>1419.5449848131411</c:v>
                      </c:pt>
                      <c:pt idx="2">
                        <c:v>7204.1442988980361</c:v>
                      </c:pt>
                      <c:pt idx="3">
                        <c:v>1159.049157744364</c:v>
                      </c:pt>
                      <c:pt idx="4">
                        <c:v>20491.818124405669</c:v>
                      </c:pt>
                      <c:pt idx="5">
                        <c:v>7319.916330890027</c:v>
                      </c:pt>
                      <c:pt idx="6">
                        <c:v>1461.1976684423953</c:v>
                      </c:pt>
                      <c:pt idx="7">
                        <c:v>9230.0243286995465</c:v>
                      </c:pt>
                      <c:pt idx="8">
                        <c:v>10922.824045731479</c:v>
                      </c:pt>
                      <c:pt idx="9">
                        <c:v>6496.0216794138823</c:v>
                      </c:pt>
                      <c:pt idx="10">
                        <c:v>20413.086297190464</c:v>
                      </c:pt>
                      <c:pt idx="11">
                        <c:v>1735.6187685700822</c:v>
                      </c:pt>
                      <c:pt idx="12">
                        <c:v>10006.398281736016</c:v>
                      </c:pt>
                      <c:pt idx="13">
                        <c:v>15680.752108390368</c:v>
                      </c:pt>
                      <c:pt idx="14">
                        <c:v>31658.257136723361</c:v>
                      </c:pt>
                      <c:pt idx="15">
                        <c:v>16501.273802598531</c:v>
                      </c:pt>
                      <c:pt idx="16">
                        <c:v>34892.091744941346</c:v>
                      </c:pt>
                      <c:pt idx="17">
                        <c:v>11888.078230778085</c:v>
                      </c:pt>
                      <c:pt idx="18">
                        <c:v>7172.7596827955058</c:v>
                      </c:pt>
                      <c:pt idx="19">
                        <c:v>5239.8734076860774</c:v>
                      </c:pt>
                      <c:pt idx="20">
                        <c:v>0.3414931367089622</c:v>
                      </c:pt>
                      <c:pt idx="21">
                        <c:v>16137.426192073361</c:v>
                      </c:pt>
                      <c:pt idx="22">
                        <c:v>4151.561569526727</c:v>
                      </c:pt>
                      <c:pt idx="23">
                        <c:v>7770.4236348039103</c:v>
                      </c:pt>
                      <c:pt idx="24">
                        <c:v>1466.198052750538</c:v>
                      </c:pt>
                      <c:pt idx="25">
                        <c:v>6619.2768425582763</c:v>
                      </c:pt>
                      <c:pt idx="26">
                        <c:v>25426.685843423889</c:v>
                      </c:pt>
                      <c:pt idx="27">
                        <c:v>10112.209782809536</c:v>
                      </c:pt>
                      <c:pt idx="28">
                        <c:v>26199.467266161253</c:v>
                      </c:pt>
                      <c:pt idx="29">
                        <c:v>3036.7274611754692</c:v>
                      </c:pt>
                      <c:pt idx="30">
                        <c:v>210.8128943665028</c:v>
                      </c:pt>
                      <c:pt idx="31">
                        <c:v>8667.2275061126311</c:v>
                      </c:pt>
                      <c:pt idx="32">
                        <c:v>7960.1514983900033</c:v>
                      </c:pt>
                      <c:pt idx="33">
                        <c:v>7304.1201493410254</c:v>
                      </c:pt>
                      <c:pt idx="34">
                        <c:v>3972.9772336192118</c:v>
                      </c:pt>
                      <c:pt idx="35">
                        <c:v>25256.171453343897</c:v>
                      </c:pt>
                      <c:pt idx="36">
                        <c:v>41501.844348015198</c:v>
                      </c:pt>
                      <c:pt idx="37">
                        <c:v>13309.550279531499</c:v>
                      </c:pt>
                      <c:pt idx="38">
                        <c:v>8100.9820114943814</c:v>
                      </c:pt>
                      <c:pt idx="39">
                        <c:v>14337.346589936407</c:v>
                      </c:pt>
                      <c:pt idx="40">
                        <c:v>37449.632640038828</c:v>
                      </c:pt>
                      <c:pt idx="41">
                        <c:v>9285.655457660534</c:v>
                      </c:pt>
                      <c:pt idx="42">
                        <c:v>32941.994486037831</c:v>
                      </c:pt>
                      <c:pt idx="43">
                        <c:v>24448.090043674812</c:v>
                      </c:pt>
                      <c:pt idx="44">
                        <c:v>1367.5149237963028</c:v>
                      </c:pt>
                      <c:pt idx="45">
                        <c:v>14399.44554662733</c:v>
                      </c:pt>
                      <c:pt idx="46">
                        <c:v>2104.1656062191764</c:v>
                      </c:pt>
                      <c:pt idx="47">
                        <c:v>13363.044092240036</c:v>
                      </c:pt>
                      <c:pt idx="48">
                        <c:v>3295.0675394686091</c:v>
                      </c:pt>
                      <c:pt idx="49">
                        <c:v>5040.8088482131507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A3D1-4EB7-A03B-D270A255B5C9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Month!$E$2</c15:sqref>
                        </c15:formulaRef>
                      </c:ext>
                    </c:extLst>
                    <c:strCache>
                      <c:ptCount val="1"/>
                      <c:pt idx="0">
                        <c:v>RKAP</c:v>
                      </c:pt>
                    </c:strCache>
                  </c:strRef>
                </c:tx>
                <c:spPr>
                  <a:ln w="15875" cap="rnd">
                    <a:solidFill>
                      <a:srgbClr val="FF5BF8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Month!$E$3:$E$62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3795.8815520688818</c:v>
                      </c:pt>
                      <c:pt idx="1">
                        <c:v>5556.6996472829778</c:v>
                      </c:pt>
                      <c:pt idx="2">
                        <c:v>7684.0510920363768</c:v>
                      </c:pt>
                      <c:pt idx="3">
                        <c:v>2988.995653224687</c:v>
                      </c:pt>
                      <c:pt idx="4">
                        <c:v>11989.008887184758</c:v>
                      </c:pt>
                      <c:pt idx="5">
                        <c:v>6815.398991333238</c:v>
                      </c:pt>
                      <c:pt idx="6">
                        <c:v>5407.6740125747074</c:v>
                      </c:pt>
                      <c:pt idx="7">
                        <c:v>15409.158953041817</c:v>
                      </c:pt>
                      <c:pt idx="8">
                        <c:v>7217.3633981863795</c:v>
                      </c:pt>
                      <c:pt idx="9">
                        <c:v>14817.34743371406</c:v>
                      </c:pt>
                      <c:pt idx="10">
                        <c:v>33795.162440223445</c:v>
                      </c:pt>
                      <c:pt idx="11">
                        <c:v>1792.2585635668204</c:v>
                      </c:pt>
                      <c:pt idx="12">
                        <c:v>8086.0387808133491</c:v>
                      </c:pt>
                      <c:pt idx="13">
                        <c:v>35046.631865211617</c:v>
                      </c:pt>
                      <c:pt idx="14">
                        <c:v>13855.073704487284</c:v>
                      </c:pt>
                      <c:pt idx="15">
                        <c:v>3541.3092250994987</c:v>
                      </c:pt>
                      <c:pt idx="16">
                        <c:v>25849.832077035077</c:v>
                      </c:pt>
                      <c:pt idx="17">
                        <c:v>4494.5235060554151</c:v>
                      </c:pt>
                      <c:pt idx="18">
                        <c:v>6920.9478961652003</c:v>
                      </c:pt>
                      <c:pt idx="19">
                        <c:v>17884.802628409623</c:v>
                      </c:pt>
                      <c:pt idx="20">
                        <c:v>4.1530175326485619E-2</c:v>
                      </c:pt>
                      <c:pt idx="21">
                        <c:v>13240.187062544814</c:v>
                      </c:pt>
                      <c:pt idx="22">
                        <c:v>5502.0177582919323</c:v>
                      </c:pt>
                      <c:pt idx="23">
                        <c:v>14291.690324863344</c:v>
                      </c:pt>
                      <c:pt idx="24">
                        <c:v>1704.2738784093303</c:v>
                      </c:pt>
                      <c:pt idx="25">
                        <c:v>7770.7765834273723</c:v>
                      </c:pt>
                      <c:pt idx="26">
                        <c:v>27604.421196068521</c:v>
                      </c:pt>
                      <c:pt idx="27">
                        <c:v>6480.2826739554312</c:v>
                      </c:pt>
                      <c:pt idx="28">
                        <c:v>26871.334686803479</c:v>
                      </c:pt>
                      <c:pt idx="29">
                        <c:v>2229.7226757588392</c:v>
                      </c:pt>
                      <c:pt idx="30">
                        <c:v>175.48785930487367</c:v>
                      </c:pt>
                      <c:pt idx="31">
                        <c:v>27212.819506331169</c:v>
                      </c:pt>
                      <c:pt idx="32">
                        <c:v>1713.1099436680408</c:v>
                      </c:pt>
                      <c:pt idx="33">
                        <c:v>16762.19633516069</c:v>
                      </c:pt>
                      <c:pt idx="34">
                        <c:v>4818.7336515091738</c:v>
                      </c:pt>
                      <c:pt idx="35">
                        <c:v>10713.15705458917</c:v>
                      </c:pt>
                      <c:pt idx="36">
                        <c:v>22275.067955621595</c:v>
                      </c:pt>
                      <c:pt idx="37">
                        <c:v>15489.388876790183</c:v>
                      </c:pt>
                      <c:pt idx="38">
                        <c:v>1809.7103133511962</c:v>
                      </c:pt>
                      <c:pt idx="39">
                        <c:v>3251.5952945860736</c:v>
                      </c:pt>
                      <c:pt idx="40">
                        <c:v>21913.798314895383</c:v>
                      </c:pt>
                      <c:pt idx="41">
                        <c:v>35281.175843451267</c:v>
                      </c:pt>
                      <c:pt idx="42">
                        <c:v>9843.6113488331921</c:v>
                      </c:pt>
                      <c:pt idx="43">
                        <c:v>26019.310109401016</c:v>
                      </c:pt>
                      <c:pt idx="44">
                        <c:v>438.043879636562</c:v>
                      </c:pt>
                      <c:pt idx="45">
                        <c:v>35793.72825106301</c:v>
                      </c:pt>
                      <c:pt idx="46">
                        <c:v>2125.2728056902524</c:v>
                      </c:pt>
                      <c:pt idx="47">
                        <c:v>12775.289899704627</c:v>
                      </c:pt>
                      <c:pt idx="48">
                        <c:v>13641.924266762275</c:v>
                      </c:pt>
                      <c:pt idx="49">
                        <c:v>7260.3750828072862</c:v>
                      </c:pt>
                      <c:pt idx="50">
                        <c:v>19316.850288790283</c:v>
                      </c:pt>
                      <c:pt idx="51">
                        <c:v>2280.8196572713309</c:v>
                      </c:pt>
                      <c:pt idx="52">
                        <c:v>5486.1856889013225</c:v>
                      </c:pt>
                      <c:pt idx="53">
                        <c:v>6371.6305181128064</c:v>
                      </c:pt>
                      <c:pt idx="54">
                        <c:v>19292.233775888359</c:v>
                      </c:pt>
                      <c:pt idx="55">
                        <c:v>20804.711546606643</c:v>
                      </c:pt>
                      <c:pt idx="56">
                        <c:v>19085.385038325589</c:v>
                      </c:pt>
                      <c:pt idx="57">
                        <c:v>24058.724642561934</c:v>
                      </c:pt>
                      <c:pt idx="58">
                        <c:v>29340.818421286589</c:v>
                      </c:pt>
                      <c:pt idx="59">
                        <c:v>12919.872243160678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A3D1-4EB7-A03B-D270A255B5C9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Month!$G$2</c15:sqref>
                        </c15:formulaRef>
                      </c:ext>
                    </c:extLst>
                    <c:strCache>
                      <c:ptCount val="1"/>
                      <c:pt idx="0">
                        <c:v>FORECAST</c:v>
                      </c:pt>
                    </c:strCache>
                  </c:strRef>
                </c:tx>
                <c:spPr>
                  <a:ln w="12700" cap="rnd">
                    <a:solidFill>
                      <a:srgbClr val="34C759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Month!$G$3:$G$62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49">
                        <c:v>8064.287693778323</c:v>
                      </c:pt>
                      <c:pt idx="50">
                        <c:v>20417.656029080659</c:v>
                      </c:pt>
                      <c:pt idx="51">
                        <c:v>18553.86944006557</c:v>
                      </c:pt>
                      <c:pt idx="52">
                        <c:v>6601.9942654730958</c:v>
                      </c:pt>
                      <c:pt idx="53">
                        <c:v>26715.834431823816</c:v>
                      </c:pt>
                      <c:pt idx="54">
                        <c:v>20800.512283945467</c:v>
                      </c:pt>
                      <c:pt idx="55">
                        <c:v>20181.231466959583</c:v>
                      </c:pt>
                      <c:pt idx="56">
                        <c:v>31661.064775879262</c:v>
                      </c:pt>
                      <c:pt idx="57">
                        <c:v>13390.758875684754</c:v>
                      </c:pt>
                      <c:pt idx="58">
                        <c:v>13593.387906882974</c:v>
                      </c:pt>
                      <c:pt idx="59">
                        <c:v>14874.310528565162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A3D1-4EB7-A03B-D270A255B5C9}"/>
                  </c:ext>
                </c:extLst>
              </c15:ser>
            </c15:filteredLineSeries>
          </c:ext>
        </c:extLst>
      </c:lineChart>
      <c:dateAx>
        <c:axId val="1031880144"/>
        <c:scaling>
          <c:orientation val="minMax"/>
          <c:min val="43831"/>
        </c:scaling>
        <c:delete val="1"/>
        <c:axPos val="b"/>
        <c:numFmt formatCode="d\-mmm\-yy" sourceLinked="1"/>
        <c:majorTickMark val="out"/>
        <c:minorTickMark val="none"/>
        <c:tickLblPos val="nextTo"/>
        <c:crossAx val="1031887216"/>
        <c:crosses val="autoZero"/>
        <c:auto val="1"/>
        <c:lblOffset val="100"/>
        <c:baseTimeUnit val="months"/>
        <c:majorUnit val="1"/>
        <c:majorTimeUnit val="years"/>
      </c:dateAx>
      <c:valAx>
        <c:axId val="1031887216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chemeClr val="bg2">
                  <a:lumMod val="9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188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067576652149764E-3"/>
          <c:y val="0"/>
          <c:w val="0.97913568050538746"/>
          <c:h val="1"/>
        </c:manualLayout>
      </c:layout>
      <c:lineChart>
        <c:grouping val="stacked"/>
        <c:varyColors val="0"/>
        <c:ser>
          <c:idx val="0"/>
          <c:order val="0"/>
          <c:tx>
            <c:strRef>
              <c:f>Month!$D$2</c:f>
              <c:strCache>
                <c:ptCount val="1"/>
                <c:pt idx="0">
                  <c:v>Real</c:v>
                </c:pt>
              </c:strCache>
            </c:strRef>
          </c:tx>
          <c:spPr>
            <a:ln w="15875" cap="rnd">
              <a:solidFill>
                <a:srgbClr val="F28107"/>
              </a:solidFill>
              <a:round/>
            </a:ln>
            <a:effectLst/>
          </c:spPr>
          <c:marker>
            <c:symbol val="none"/>
          </c:marker>
          <c:cat>
            <c:numRef>
              <c:f>Month!$C$3:$C$62</c:f>
              <c:numCache>
                <c:formatCode>d\-mmm\-yy</c:formatCode>
                <c:ptCount val="6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</c:numCache>
            </c:numRef>
          </c:cat>
          <c:val>
            <c:numRef>
              <c:f>Month!$D$3:$D$62</c:f>
              <c:numCache>
                <c:formatCode>General</c:formatCode>
                <c:ptCount val="60"/>
                <c:pt idx="0">
                  <c:v>6132.2911333692327</c:v>
                </c:pt>
                <c:pt idx="1">
                  <c:v>8033.9720329308047</c:v>
                </c:pt>
                <c:pt idx="2">
                  <c:v>6535.1014389602215</c:v>
                </c:pt>
                <c:pt idx="3">
                  <c:v>6738.529985279657</c:v>
                </c:pt>
                <c:pt idx="4">
                  <c:v>9962.4428199693593</c:v>
                </c:pt>
                <c:pt idx="5">
                  <c:v>30252.45764202089</c:v>
                </c:pt>
                <c:pt idx="6">
                  <c:v>8530.9358354620472</c:v>
                </c:pt>
                <c:pt idx="7">
                  <c:v>10773.681056749661</c:v>
                </c:pt>
                <c:pt idx="8">
                  <c:v>12412.184948884387</c:v>
                </c:pt>
                <c:pt idx="9">
                  <c:v>37332.915547344463</c:v>
                </c:pt>
                <c:pt idx="10">
                  <c:v>17393.257296575266</c:v>
                </c:pt>
                <c:pt idx="11">
                  <c:v>37473.016732669596</c:v>
                </c:pt>
                <c:pt idx="12">
                  <c:v>30986.244886732122</c:v>
                </c:pt>
                <c:pt idx="13">
                  <c:v>12465.657548695241</c:v>
                </c:pt>
                <c:pt idx="14">
                  <c:v>2065.031596689812</c:v>
                </c:pt>
                <c:pt idx="15">
                  <c:v>13378.302244916498</c:v>
                </c:pt>
                <c:pt idx="16">
                  <c:v>10334.74842612274</c:v>
                </c:pt>
                <c:pt idx="17">
                  <c:v>21049.752479799099</c:v>
                </c:pt>
                <c:pt idx="18">
                  <c:v>582.39882317156491</c:v>
                </c:pt>
                <c:pt idx="19">
                  <c:v>6140.0316608617204</c:v>
                </c:pt>
                <c:pt idx="20">
                  <c:v>45062.238776284641</c:v>
                </c:pt>
                <c:pt idx="21">
                  <c:v>9222.6913350085706</c:v>
                </c:pt>
                <c:pt idx="22">
                  <c:v>16342.010663312871</c:v>
                </c:pt>
                <c:pt idx="23">
                  <c:v>6451.6744779055225</c:v>
                </c:pt>
                <c:pt idx="24">
                  <c:v>2682.6619664207915</c:v>
                </c:pt>
                <c:pt idx="25">
                  <c:v>6167.9319448312035</c:v>
                </c:pt>
                <c:pt idx="26">
                  <c:v>1227.8162960266231</c:v>
                </c:pt>
                <c:pt idx="27">
                  <c:v>5582.6927721371048</c:v>
                </c:pt>
                <c:pt idx="28">
                  <c:v>3527.1900740888495</c:v>
                </c:pt>
                <c:pt idx="29">
                  <c:v>12139.515267952407</c:v>
                </c:pt>
                <c:pt idx="30">
                  <c:v>2722.4392962855454</c:v>
                </c:pt>
                <c:pt idx="31">
                  <c:v>15493.492735723334</c:v>
                </c:pt>
                <c:pt idx="32">
                  <c:v>8157.8954609875354</c:v>
                </c:pt>
                <c:pt idx="33">
                  <c:v>15014.95559256191</c:v>
                </c:pt>
                <c:pt idx="34">
                  <c:v>13817.108365024458</c:v>
                </c:pt>
                <c:pt idx="35">
                  <c:v>8623.1624806283744</c:v>
                </c:pt>
                <c:pt idx="36">
                  <c:v>7963.1520972259077</c:v>
                </c:pt>
                <c:pt idx="37">
                  <c:v>18314.112648306262</c:v>
                </c:pt>
                <c:pt idx="38">
                  <c:v>2645.2560068479793</c:v>
                </c:pt>
                <c:pt idx="39">
                  <c:v>19876.873681807832</c:v>
                </c:pt>
                <c:pt idx="40">
                  <c:v>4308.3164278444847</c:v>
                </c:pt>
                <c:pt idx="41">
                  <c:v>5162.8900689315524</c:v>
                </c:pt>
                <c:pt idx="42">
                  <c:v>7348.0405848023156</c:v>
                </c:pt>
                <c:pt idx="43">
                  <c:v>10488.048808340945</c:v>
                </c:pt>
                <c:pt idx="44">
                  <c:v>11757.432608140216</c:v>
                </c:pt>
                <c:pt idx="45">
                  <c:v>24348.824181663258</c:v>
                </c:pt>
                <c:pt idx="46">
                  <c:v>4060.0329280165124</c:v>
                </c:pt>
                <c:pt idx="47">
                  <c:v>16402.209887266683</c:v>
                </c:pt>
                <c:pt idx="48">
                  <c:v>16856.62359809898</c:v>
                </c:pt>
                <c:pt idx="49">
                  <c:v>2887.6979657969209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24-4CC3-860C-6B5B4FB34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1880144"/>
        <c:axId val="1031887216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Month!$E$2</c15:sqref>
                        </c15:formulaRef>
                      </c:ext>
                    </c:extLst>
                    <c:strCache>
                      <c:ptCount val="1"/>
                      <c:pt idx="0">
                        <c:v>RKAP</c:v>
                      </c:pt>
                    </c:strCache>
                  </c:strRef>
                </c:tx>
                <c:spPr>
                  <a:ln w="15875" cap="rnd">
                    <a:solidFill>
                      <a:srgbClr val="FF5BF8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Month!$E$3:$E$62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5427.6625513839817</c:v>
                      </c:pt>
                      <c:pt idx="1">
                        <c:v>1877.004104256747</c:v>
                      </c:pt>
                      <c:pt idx="2">
                        <c:v>17058.84154448393</c:v>
                      </c:pt>
                      <c:pt idx="3">
                        <c:v>15412.938640163304</c:v>
                      </c:pt>
                      <c:pt idx="4">
                        <c:v>10975.605369734318</c:v>
                      </c:pt>
                      <c:pt idx="5">
                        <c:v>12254.436070772883</c:v>
                      </c:pt>
                      <c:pt idx="6">
                        <c:v>23520.643191952411</c:v>
                      </c:pt>
                      <c:pt idx="7">
                        <c:v>10697.289288588418</c:v>
                      </c:pt>
                      <c:pt idx="8">
                        <c:v>8981.5225522446253</c:v>
                      </c:pt>
                      <c:pt idx="9">
                        <c:v>7091.7605636258813</c:v>
                      </c:pt>
                      <c:pt idx="10">
                        <c:v>14209.833249384361</c:v>
                      </c:pt>
                      <c:pt idx="11">
                        <c:v>22340.411254073202</c:v>
                      </c:pt>
                      <c:pt idx="12">
                        <c:v>13065.90809848075</c:v>
                      </c:pt>
                      <c:pt idx="13">
                        <c:v>2835.7489787836698</c:v>
                      </c:pt>
                      <c:pt idx="14">
                        <c:v>1529.9956866354653</c:v>
                      </c:pt>
                      <c:pt idx="15">
                        <c:v>7291.3307571844316</c:v>
                      </c:pt>
                      <c:pt idx="16">
                        <c:v>8430.9435852616352</c:v>
                      </c:pt>
                      <c:pt idx="17">
                        <c:v>9372.6827663492622</c:v>
                      </c:pt>
                      <c:pt idx="18">
                        <c:v>4023.5771553710729</c:v>
                      </c:pt>
                      <c:pt idx="19">
                        <c:v>15423.719364695982</c:v>
                      </c:pt>
                      <c:pt idx="20">
                        <c:v>25360.08093628288</c:v>
                      </c:pt>
                      <c:pt idx="21">
                        <c:v>3969.5732183459777</c:v>
                      </c:pt>
                      <c:pt idx="22">
                        <c:v>15605.854182801639</c:v>
                      </c:pt>
                      <c:pt idx="23">
                        <c:v>1421.4424021929619</c:v>
                      </c:pt>
                      <c:pt idx="24">
                        <c:v>4331.6077537223882</c:v>
                      </c:pt>
                      <c:pt idx="25">
                        <c:v>11064.18285684705</c:v>
                      </c:pt>
                      <c:pt idx="26">
                        <c:v>2074.2958125528285</c:v>
                      </c:pt>
                      <c:pt idx="27">
                        <c:v>11201.148779004268</c:v>
                      </c:pt>
                      <c:pt idx="28">
                        <c:v>17011.476649010547</c:v>
                      </c:pt>
                      <c:pt idx="29">
                        <c:v>27682.482787788875</c:v>
                      </c:pt>
                      <c:pt idx="30">
                        <c:v>7870.8122894068574</c:v>
                      </c:pt>
                      <c:pt idx="31">
                        <c:v>19155.24056098552</c:v>
                      </c:pt>
                      <c:pt idx="32">
                        <c:v>19162.804687623568</c:v>
                      </c:pt>
                      <c:pt idx="33">
                        <c:v>8245.3626935031516</c:v>
                      </c:pt>
                      <c:pt idx="34">
                        <c:v>42664.89840093175</c:v>
                      </c:pt>
                      <c:pt idx="35">
                        <c:v>3901.6093943284563</c:v>
                      </c:pt>
                      <c:pt idx="36">
                        <c:v>2367.7512251376384</c:v>
                      </c:pt>
                      <c:pt idx="37">
                        <c:v>43020.87077891668</c:v>
                      </c:pt>
                      <c:pt idx="38">
                        <c:v>3758.0928066822603</c:v>
                      </c:pt>
                      <c:pt idx="39">
                        <c:v>26523.224244452849</c:v>
                      </c:pt>
                      <c:pt idx="40">
                        <c:v>5664.8835420975638</c:v>
                      </c:pt>
                      <c:pt idx="41">
                        <c:v>13419.574790117891</c:v>
                      </c:pt>
                      <c:pt idx="42">
                        <c:v>1768.4291089199126</c:v>
                      </c:pt>
                      <c:pt idx="43">
                        <c:v>42254.652793992456</c:v>
                      </c:pt>
                      <c:pt idx="44">
                        <c:v>14088.028633185222</c:v>
                      </c:pt>
                      <c:pt idx="45">
                        <c:v>15031.509571950155</c:v>
                      </c:pt>
                      <c:pt idx="46">
                        <c:v>6535.7236164936267</c:v>
                      </c:pt>
                      <c:pt idx="47">
                        <c:v>11725.798165300879</c:v>
                      </c:pt>
                      <c:pt idx="48">
                        <c:v>29621.19398020166</c:v>
                      </c:pt>
                      <c:pt idx="49">
                        <c:v>15378.304257853057</c:v>
                      </c:pt>
                      <c:pt idx="50">
                        <c:v>5407.9742509108873</c:v>
                      </c:pt>
                      <c:pt idx="51">
                        <c:v>19142.867702417254</c:v>
                      </c:pt>
                      <c:pt idx="52">
                        <c:v>19860.408257346022</c:v>
                      </c:pt>
                      <c:pt idx="53">
                        <c:v>6634.3096130748836</c:v>
                      </c:pt>
                      <c:pt idx="54">
                        <c:v>27021.865509926032</c:v>
                      </c:pt>
                      <c:pt idx="55">
                        <c:v>9840.8428171087508</c:v>
                      </c:pt>
                      <c:pt idx="56">
                        <c:v>15539.396883512405</c:v>
                      </c:pt>
                      <c:pt idx="57">
                        <c:v>7342.1426165327039</c:v>
                      </c:pt>
                      <c:pt idx="58">
                        <c:v>328.24020649699304</c:v>
                      </c:pt>
                      <c:pt idx="59">
                        <c:v>10239.271266549636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B224-4CC3-860C-6B5B4FB3444E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Month!$F$2</c15:sqref>
                        </c15:formulaRef>
                      </c:ext>
                    </c:extLst>
                    <c:strCache>
                      <c:ptCount val="1"/>
                      <c:pt idx="0">
                        <c:v>RAKOR</c:v>
                      </c:pt>
                    </c:strCache>
                  </c:strRef>
                </c:tx>
                <c:spPr>
                  <a:ln w="12700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Month!$F$3:$F$62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5551.7613165694438</c:v>
                      </c:pt>
                      <c:pt idx="1">
                        <c:v>8863.7609376647742</c:v>
                      </c:pt>
                      <c:pt idx="2">
                        <c:v>5649.3950562149339</c:v>
                      </c:pt>
                      <c:pt idx="3">
                        <c:v>14673.687131950192</c:v>
                      </c:pt>
                      <c:pt idx="4">
                        <c:v>3256.0414767255511</c:v>
                      </c:pt>
                      <c:pt idx="5">
                        <c:v>29107.011298884256</c:v>
                      </c:pt>
                      <c:pt idx="6">
                        <c:v>21231.793107297945</c:v>
                      </c:pt>
                      <c:pt idx="7">
                        <c:v>10170.569791220936</c:v>
                      </c:pt>
                      <c:pt idx="8">
                        <c:v>9122.0624388134274</c:v>
                      </c:pt>
                      <c:pt idx="9">
                        <c:v>17275.39229979839</c:v>
                      </c:pt>
                      <c:pt idx="10">
                        <c:v>20533.921705990004</c:v>
                      </c:pt>
                      <c:pt idx="11">
                        <c:v>35338.49864497986</c:v>
                      </c:pt>
                      <c:pt idx="12">
                        <c:v>28568.268657010201</c:v>
                      </c:pt>
                      <c:pt idx="13">
                        <c:v>2311.2884167248822</c:v>
                      </c:pt>
                      <c:pt idx="14">
                        <c:v>523.76910352521043</c:v>
                      </c:pt>
                      <c:pt idx="15">
                        <c:v>7653.1080199642056</c:v>
                      </c:pt>
                      <c:pt idx="16">
                        <c:v>9875.4412179602059</c:v>
                      </c:pt>
                      <c:pt idx="17">
                        <c:v>3646.0048894315946</c:v>
                      </c:pt>
                      <c:pt idx="18">
                        <c:v>3973.3244004983271</c:v>
                      </c:pt>
                      <c:pt idx="19">
                        <c:v>26832.931385074236</c:v>
                      </c:pt>
                      <c:pt idx="20">
                        <c:v>20858.285961273818</c:v>
                      </c:pt>
                      <c:pt idx="21">
                        <c:v>12742.705253613207</c:v>
                      </c:pt>
                      <c:pt idx="22">
                        <c:v>12071.308270292975</c:v>
                      </c:pt>
                      <c:pt idx="23">
                        <c:v>4722.3393059479922</c:v>
                      </c:pt>
                      <c:pt idx="24">
                        <c:v>1987.6481652338166</c:v>
                      </c:pt>
                      <c:pt idx="25">
                        <c:v>3226.3559940552577</c:v>
                      </c:pt>
                      <c:pt idx="26">
                        <c:v>1600.8905163343984</c:v>
                      </c:pt>
                      <c:pt idx="27">
                        <c:v>12684.54555867713</c:v>
                      </c:pt>
                      <c:pt idx="28">
                        <c:v>12363.823891683614</c:v>
                      </c:pt>
                      <c:pt idx="29">
                        <c:v>16728.607731301858</c:v>
                      </c:pt>
                      <c:pt idx="30">
                        <c:v>1332.2922725866968</c:v>
                      </c:pt>
                      <c:pt idx="31">
                        <c:v>15538.468144017241</c:v>
                      </c:pt>
                      <c:pt idx="32">
                        <c:v>9332.140972628451</c:v>
                      </c:pt>
                      <c:pt idx="33">
                        <c:v>24550.25040269053</c:v>
                      </c:pt>
                      <c:pt idx="34">
                        <c:v>12144.449866048064</c:v>
                      </c:pt>
                      <c:pt idx="35">
                        <c:v>2827.7082186355719</c:v>
                      </c:pt>
                      <c:pt idx="36">
                        <c:v>12406.938211588274</c:v>
                      </c:pt>
                      <c:pt idx="37">
                        <c:v>21319.590596743015</c:v>
                      </c:pt>
                      <c:pt idx="38">
                        <c:v>1064.1466919889563</c:v>
                      </c:pt>
                      <c:pt idx="39">
                        <c:v>35323.803573228637</c:v>
                      </c:pt>
                      <c:pt idx="40">
                        <c:v>2952.1632166010941</c:v>
                      </c:pt>
                      <c:pt idx="41">
                        <c:v>15338.423738636591</c:v>
                      </c:pt>
                      <c:pt idx="42">
                        <c:v>4649.0013857467193</c:v>
                      </c:pt>
                      <c:pt idx="43">
                        <c:v>45925.041870929766</c:v>
                      </c:pt>
                      <c:pt idx="44">
                        <c:v>26275.140773317438</c:v>
                      </c:pt>
                      <c:pt idx="45">
                        <c:v>6129.8767166716216</c:v>
                      </c:pt>
                      <c:pt idx="46">
                        <c:v>15238.378311790351</c:v>
                      </c:pt>
                      <c:pt idx="47">
                        <c:v>11805.683761188593</c:v>
                      </c:pt>
                      <c:pt idx="48">
                        <c:v>30752.214664901832</c:v>
                      </c:pt>
                      <c:pt idx="49">
                        <c:v>10871.395287234734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B224-4CC3-860C-6B5B4FB3444E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Month!$G$2</c15:sqref>
                        </c15:formulaRef>
                      </c:ext>
                    </c:extLst>
                    <c:strCache>
                      <c:ptCount val="1"/>
                      <c:pt idx="0">
                        <c:v>FORECAST</c:v>
                      </c:pt>
                    </c:strCache>
                  </c:strRef>
                </c:tx>
                <c:spPr>
                  <a:ln w="12700" cap="rnd">
                    <a:solidFill>
                      <a:srgbClr val="34C759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Month!$G$3:$G$62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49">
                        <c:v>4622.9419252439793</c:v>
                      </c:pt>
                      <c:pt idx="50">
                        <c:v>9189.6088000879881</c:v>
                      </c:pt>
                      <c:pt idx="51">
                        <c:v>17571.697819897978</c:v>
                      </c:pt>
                      <c:pt idx="52">
                        <c:v>8647.0805465212452</c:v>
                      </c:pt>
                      <c:pt idx="53">
                        <c:v>9307.0975663883855</c:v>
                      </c:pt>
                      <c:pt idx="54">
                        <c:v>8217.6321894347948</c:v>
                      </c:pt>
                      <c:pt idx="55">
                        <c:v>28676.453724411749</c:v>
                      </c:pt>
                      <c:pt idx="56">
                        <c:v>30869.501490324161</c:v>
                      </c:pt>
                      <c:pt idx="57">
                        <c:v>24987.066446293851</c:v>
                      </c:pt>
                      <c:pt idx="58">
                        <c:v>1115.6818945037064</c:v>
                      </c:pt>
                      <c:pt idx="59">
                        <c:v>7084.6308007434018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B224-4CC3-860C-6B5B4FB3444E}"/>
                  </c:ext>
                </c:extLst>
              </c15:ser>
            </c15:filteredLineSeries>
          </c:ext>
        </c:extLst>
      </c:lineChart>
      <c:dateAx>
        <c:axId val="1031880144"/>
        <c:scaling>
          <c:orientation val="minMax"/>
          <c:min val="43831"/>
        </c:scaling>
        <c:delete val="1"/>
        <c:axPos val="b"/>
        <c:numFmt formatCode="d\-mmm\-yy" sourceLinked="1"/>
        <c:majorTickMark val="out"/>
        <c:minorTickMark val="none"/>
        <c:tickLblPos val="nextTo"/>
        <c:crossAx val="1031887216"/>
        <c:crosses val="autoZero"/>
        <c:auto val="1"/>
        <c:lblOffset val="100"/>
        <c:baseTimeUnit val="months"/>
        <c:majorUnit val="1"/>
        <c:majorTimeUnit val="years"/>
      </c:dateAx>
      <c:valAx>
        <c:axId val="1031887216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chemeClr val="bg2">
                  <a:lumMod val="9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188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067576652149764E-3"/>
          <c:y val="0"/>
          <c:w val="0.71054570711736709"/>
          <c:h val="1"/>
        </c:manualLayout>
      </c:layout>
      <c:lineChart>
        <c:grouping val="stacked"/>
        <c:varyColors val="0"/>
        <c:ser>
          <c:idx val="0"/>
          <c:order val="0"/>
          <c:tx>
            <c:strRef>
              <c:f>Month!$D$2</c:f>
              <c:strCache>
                <c:ptCount val="1"/>
                <c:pt idx="0">
                  <c:v>Real</c:v>
                </c:pt>
              </c:strCache>
            </c:strRef>
          </c:tx>
          <c:spPr>
            <a:ln w="15875" cap="rnd">
              <a:solidFill>
                <a:srgbClr val="00857F"/>
              </a:solidFill>
              <a:round/>
            </a:ln>
            <a:effectLst/>
          </c:spPr>
          <c:marker>
            <c:symbol val="none"/>
          </c:marker>
          <c:cat>
            <c:numRef>
              <c:f>Month!$C$3:$C$62</c:f>
              <c:numCache>
                <c:formatCode>d\-mmm\-yy</c:formatCode>
                <c:ptCount val="60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  <c:pt idx="22">
                  <c:v>44136</c:v>
                </c:pt>
                <c:pt idx="23">
                  <c:v>44166</c:v>
                </c:pt>
                <c:pt idx="24">
                  <c:v>44197</c:v>
                </c:pt>
                <c:pt idx="25">
                  <c:v>44228</c:v>
                </c:pt>
                <c:pt idx="26">
                  <c:v>44256</c:v>
                </c:pt>
                <c:pt idx="27">
                  <c:v>44287</c:v>
                </c:pt>
                <c:pt idx="28">
                  <c:v>44317</c:v>
                </c:pt>
                <c:pt idx="29">
                  <c:v>44348</c:v>
                </c:pt>
                <c:pt idx="30">
                  <c:v>44378</c:v>
                </c:pt>
                <c:pt idx="31">
                  <c:v>44409</c:v>
                </c:pt>
                <c:pt idx="32">
                  <c:v>44440</c:v>
                </c:pt>
                <c:pt idx="33">
                  <c:v>44470</c:v>
                </c:pt>
                <c:pt idx="34">
                  <c:v>44501</c:v>
                </c:pt>
                <c:pt idx="35">
                  <c:v>44531</c:v>
                </c:pt>
                <c:pt idx="36">
                  <c:v>44562</c:v>
                </c:pt>
                <c:pt idx="37">
                  <c:v>44593</c:v>
                </c:pt>
                <c:pt idx="38">
                  <c:v>44621</c:v>
                </c:pt>
                <c:pt idx="39">
                  <c:v>44652</c:v>
                </c:pt>
                <c:pt idx="40">
                  <c:v>44682</c:v>
                </c:pt>
                <c:pt idx="41">
                  <c:v>44713</c:v>
                </c:pt>
                <c:pt idx="42">
                  <c:v>44743</c:v>
                </c:pt>
                <c:pt idx="43">
                  <c:v>44774</c:v>
                </c:pt>
                <c:pt idx="44">
                  <c:v>44805</c:v>
                </c:pt>
                <c:pt idx="45">
                  <c:v>44835</c:v>
                </c:pt>
                <c:pt idx="46">
                  <c:v>44866</c:v>
                </c:pt>
                <c:pt idx="47">
                  <c:v>44896</c:v>
                </c:pt>
                <c:pt idx="48">
                  <c:v>44927</c:v>
                </c:pt>
                <c:pt idx="49">
                  <c:v>44958</c:v>
                </c:pt>
                <c:pt idx="50">
                  <c:v>44986</c:v>
                </c:pt>
                <c:pt idx="51">
                  <c:v>45017</c:v>
                </c:pt>
                <c:pt idx="52">
                  <c:v>45047</c:v>
                </c:pt>
                <c:pt idx="53">
                  <c:v>45078</c:v>
                </c:pt>
                <c:pt idx="54">
                  <c:v>45108</c:v>
                </c:pt>
                <c:pt idx="55">
                  <c:v>45139</c:v>
                </c:pt>
                <c:pt idx="56">
                  <c:v>45170</c:v>
                </c:pt>
                <c:pt idx="57">
                  <c:v>45200</c:v>
                </c:pt>
                <c:pt idx="58">
                  <c:v>45231</c:v>
                </c:pt>
                <c:pt idx="59">
                  <c:v>45261</c:v>
                </c:pt>
              </c:numCache>
            </c:numRef>
          </c:cat>
          <c:val>
            <c:numRef>
              <c:f>Month!$D$3:$D$62</c:f>
              <c:numCache>
                <c:formatCode>General</c:formatCode>
                <c:ptCount val="60"/>
                <c:pt idx="0">
                  <c:v>5291.1307175191414</c:v>
                </c:pt>
                <c:pt idx="1">
                  <c:v>41969.66621965712</c:v>
                </c:pt>
                <c:pt idx="2">
                  <c:v>25046.587653030376</c:v>
                </c:pt>
                <c:pt idx="3">
                  <c:v>13265.877106702235</c:v>
                </c:pt>
                <c:pt idx="4">
                  <c:v>3020.0757249316971</c:v>
                </c:pt>
                <c:pt idx="5">
                  <c:v>25677.929986580759</c:v>
                </c:pt>
                <c:pt idx="6">
                  <c:v>29053.872712372664</c:v>
                </c:pt>
                <c:pt idx="7">
                  <c:v>27447.390622864721</c:v>
                </c:pt>
                <c:pt idx="8">
                  <c:v>9918.9141056892313</c:v>
                </c:pt>
                <c:pt idx="9">
                  <c:v>11476.353396023969</c:v>
                </c:pt>
                <c:pt idx="10">
                  <c:v>11748.983928630052</c:v>
                </c:pt>
                <c:pt idx="11">
                  <c:v>18489.153194481351</c:v>
                </c:pt>
                <c:pt idx="12">
                  <c:v>39911.292884846705</c:v>
                </c:pt>
                <c:pt idx="13">
                  <c:v>25959.921766189767</c:v>
                </c:pt>
                <c:pt idx="14">
                  <c:v>20418.574891696466</c:v>
                </c:pt>
                <c:pt idx="15">
                  <c:v>817.61724241424997</c:v>
                </c:pt>
                <c:pt idx="16">
                  <c:v>14950.152157222868</c:v>
                </c:pt>
                <c:pt idx="17">
                  <c:v>23240.757629935215</c:v>
                </c:pt>
                <c:pt idx="18">
                  <c:v>11005.841000283066</c:v>
                </c:pt>
                <c:pt idx="19">
                  <c:v>5010.0944104182263</c:v>
                </c:pt>
                <c:pt idx="20">
                  <c:v>33148.311070560907</c:v>
                </c:pt>
                <c:pt idx="21">
                  <c:v>6049.0803423460784</c:v>
                </c:pt>
                <c:pt idx="22">
                  <c:v>16440.83858885221</c:v>
                </c:pt>
                <c:pt idx="23">
                  <c:v>3449.0832845189525</c:v>
                </c:pt>
                <c:pt idx="24">
                  <c:v>3633.1041855627882</c:v>
                </c:pt>
                <c:pt idx="25">
                  <c:v>800.97308697485573</c:v>
                </c:pt>
                <c:pt idx="26">
                  <c:v>10071.619141107285</c:v>
                </c:pt>
                <c:pt idx="27">
                  <c:v>19109.11255816487</c:v>
                </c:pt>
                <c:pt idx="28">
                  <c:v>16006.596990120423</c:v>
                </c:pt>
                <c:pt idx="29">
                  <c:v>7922.5057294026683</c:v>
                </c:pt>
                <c:pt idx="30">
                  <c:v>9149.2368168311805</c:v>
                </c:pt>
                <c:pt idx="31">
                  <c:v>4234.4054037800624</c:v>
                </c:pt>
                <c:pt idx="32">
                  <c:v>17079.655052808019</c:v>
                </c:pt>
                <c:pt idx="33">
                  <c:v>6165.5356466909479</c:v>
                </c:pt>
                <c:pt idx="34">
                  <c:v>5157.2071316306028</c:v>
                </c:pt>
                <c:pt idx="35">
                  <c:v>9761.4798173683448</c:v>
                </c:pt>
                <c:pt idx="36">
                  <c:v>10543.299734456841</c:v>
                </c:pt>
                <c:pt idx="37">
                  <c:v>9514.0355957806969</c:v>
                </c:pt>
                <c:pt idx="38">
                  <c:v>5882.3492575483497</c:v>
                </c:pt>
                <c:pt idx="39">
                  <c:v>18869.774336384624</c:v>
                </c:pt>
                <c:pt idx="40">
                  <c:v>19809.04065102091</c:v>
                </c:pt>
                <c:pt idx="41">
                  <c:v>4629.1600614165491</c:v>
                </c:pt>
                <c:pt idx="42">
                  <c:v>1427.7257677103782</c:v>
                </c:pt>
                <c:pt idx="43">
                  <c:v>9736.310900960978</c:v>
                </c:pt>
                <c:pt idx="44">
                  <c:v>34636.312365950675</c:v>
                </c:pt>
                <c:pt idx="45">
                  <c:v>12388.647107188983</c:v>
                </c:pt>
                <c:pt idx="46">
                  <c:v>36643.343018247069</c:v>
                </c:pt>
                <c:pt idx="47">
                  <c:v>28681.643569858512</c:v>
                </c:pt>
                <c:pt idx="48">
                  <c:v>21801.124469036378</c:v>
                </c:pt>
                <c:pt idx="49">
                  <c:v>25371.549047867407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84-417A-A106-C6C18DEF5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1880144"/>
        <c:axId val="1031887216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Month!$E$2</c15:sqref>
                        </c15:formulaRef>
                      </c:ext>
                    </c:extLst>
                    <c:strCache>
                      <c:ptCount val="1"/>
                      <c:pt idx="0">
                        <c:v>RKAP</c:v>
                      </c:pt>
                    </c:strCache>
                  </c:strRef>
                </c:tx>
                <c:spPr>
                  <a:ln w="15875" cap="rnd">
                    <a:solidFill>
                      <a:srgbClr val="FF5BF8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Month!$E$3:$E$62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24578.589178344981</c:v>
                      </c:pt>
                      <c:pt idx="1">
                        <c:v>21201.727293399046</c:v>
                      </c:pt>
                      <c:pt idx="2">
                        <c:v>38455.300896969413</c:v>
                      </c:pt>
                      <c:pt idx="3">
                        <c:v>6221.0710096957291</c:v>
                      </c:pt>
                      <c:pt idx="4">
                        <c:v>5929.0609082211349</c:v>
                      </c:pt>
                      <c:pt idx="5">
                        <c:v>5809.6446548460353</c:v>
                      </c:pt>
                      <c:pt idx="6">
                        <c:v>29462.402969134975</c:v>
                      </c:pt>
                      <c:pt idx="7">
                        <c:v>45697.768993953177</c:v>
                      </c:pt>
                      <c:pt idx="8">
                        <c:v>8572.9721900630811</c:v>
                      </c:pt>
                      <c:pt idx="9">
                        <c:v>22255.372844950518</c:v>
                      </c:pt>
                      <c:pt idx="10">
                        <c:v>34724.067439221246</c:v>
                      </c:pt>
                      <c:pt idx="11">
                        <c:v>24615.508776639585</c:v>
                      </c:pt>
                      <c:pt idx="12">
                        <c:v>38379.006734136805</c:v>
                      </c:pt>
                      <c:pt idx="13">
                        <c:v>18965.158438409988</c:v>
                      </c:pt>
                      <c:pt idx="14">
                        <c:v>17396.681255315045</c:v>
                      </c:pt>
                      <c:pt idx="15">
                        <c:v>3357.8262640626508</c:v>
                      </c:pt>
                      <c:pt idx="16">
                        <c:v>39585.464041372958</c:v>
                      </c:pt>
                      <c:pt idx="17">
                        <c:v>4305.2137642144007</c:v>
                      </c:pt>
                      <c:pt idx="18">
                        <c:v>4531.9132680119856</c:v>
                      </c:pt>
                      <c:pt idx="19">
                        <c:v>25014.361750440446</c:v>
                      </c:pt>
                      <c:pt idx="20">
                        <c:v>22456.565837466926</c:v>
                      </c:pt>
                      <c:pt idx="21">
                        <c:v>15006.360228396641</c:v>
                      </c:pt>
                      <c:pt idx="22">
                        <c:v>21747.714283950332</c:v>
                      </c:pt>
                      <c:pt idx="23">
                        <c:v>1808.9530008771837</c:v>
                      </c:pt>
                      <c:pt idx="24">
                        <c:v>5913.9472361970702</c:v>
                      </c:pt>
                      <c:pt idx="25">
                        <c:v>2146.0132262129914</c:v>
                      </c:pt>
                      <c:pt idx="26">
                        <c:v>22126.616595009578</c:v>
                      </c:pt>
                      <c:pt idx="27">
                        <c:v>17863.729069060835</c:v>
                      </c:pt>
                      <c:pt idx="28">
                        <c:v>25097.183755784248</c:v>
                      </c:pt>
                      <c:pt idx="29">
                        <c:v>33093.609701055713</c:v>
                      </c:pt>
                      <c:pt idx="30">
                        <c:v>2882.3575311842392</c:v>
                      </c:pt>
                      <c:pt idx="31">
                        <c:v>11485.109894936506</c:v>
                      </c:pt>
                      <c:pt idx="32">
                        <c:v>17169.418490816701</c:v>
                      </c:pt>
                      <c:pt idx="33">
                        <c:v>12605.070381896216</c:v>
                      </c:pt>
                      <c:pt idx="34">
                        <c:v>3686.4611550065392</c:v>
                      </c:pt>
                      <c:pt idx="35">
                        <c:v>5493.2174343634606</c:v>
                      </c:pt>
                      <c:pt idx="36">
                        <c:v>3053.6988499282488</c:v>
                      </c:pt>
                      <c:pt idx="37">
                        <c:v>9420.8654284613331</c:v>
                      </c:pt>
                      <c:pt idx="38">
                        <c:v>13926.451701682683</c:v>
                      </c:pt>
                      <c:pt idx="39">
                        <c:v>22768.89337714612</c:v>
                      </c:pt>
                      <c:pt idx="40">
                        <c:v>27738.351891971015</c:v>
                      </c:pt>
                      <c:pt idx="41">
                        <c:v>5848.0338204875879</c:v>
                      </c:pt>
                      <c:pt idx="42">
                        <c:v>4394.5642789134972</c:v>
                      </c:pt>
                      <c:pt idx="43">
                        <c:v>28017.909051084462</c:v>
                      </c:pt>
                      <c:pt idx="44">
                        <c:v>21268.559730231817</c:v>
                      </c:pt>
                      <c:pt idx="45">
                        <c:v>21952.981634252705</c:v>
                      </c:pt>
                      <c:pt idx="46">
                        <c:v>16757.387922432092</c:v>
                      </c:pt>
                      <c:pt idx="47">
                        <c:v>18583.874501732815</c:v>
                      </c:pt>
                      <c:pt idx="48">
                        <c:v>31427.27739010171</c:v>
                      </c:pt>
                      <c:pt idx="49">
                        <c:v>25164.119278568494</c:v>
                      </c:pt>
                      <c:pt idx="50">
                        <c:v>16801.453477445171</c:v>
                      </c:pt>
                      <c:pt idx="51">
                        <c:v>1477.2352083386227</c:v>
                      </c:pt>
                      <c:pt idx="52">
                        <c:v>4560.3641293511682</c:v>
                      </c:pt>
                      <c:pt idx="53">
                        <c:v>13713.575887052348</c:v>
                      </c:pt>
                      <c:pt idx="54">
                        <c:v>11426.306150356409</c:v>
                      </c:pt>
                      <c:pt idx="55">
                        <c:v>34084.981133705973</c:v>
                      </c:pt>
                      <c:pt idx="56">
                        <c:v>13347.278444465206</c:v>
                      </c:pt>
                      <c:pt idx="57">
                        <c:v>12916.250583071766</c:v>
                      </c:pt>
                      <c:pt idx="58">
                        <c:v>1413.3705518990673</c:v>
                      </c:pt>
                      <c:pt idx="59">
                        <c:v>22897.597424929532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BD84-417A-A106-C6C18DEF5655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Month!$F$2</c15:sqref>
                        </c15:formulaRef>
                      </c:ext>
                    </c:extLst>
                    <c:strCache>
                      <c:ptCount val="1"/>
                      <c:pt idx="0">
                        <c:v>RAKOR</c:v>
                      </c:pt>
                    </c:strCache>
                  </c:strRef>
                </c:tx>
                <c:spPr>
                  <a:ln w="12700" cap="rnd">
                    <a:solidFill>
                      <a:schemeClr val="accent4">
                        <a:lumMod val="60000"/>
                        <a:lumOff val="4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Month!$F$3:$F$62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0">
                        <c:v>30350.243008149933</c:v>
                      </c:pt>
                      <c:pt idx="1">
                        <c:v>40172.054071011786</c:v>
                      </c:pt>
                      <c:pt idx="2">
                        <c:v>25909.953265776694</c:v>
                      </c:pt>
                      <c:pt idx="3">
                        <c:v>8884.7967326470534</c:v>
                      </c:pt>
                      <c:pt idx="4">
                        <c:v>2109.9267873340468</c:v>
                      </c:pt>
                      <c:pt idx="5">
                        <c:v>44202.256525539975</c:v>
                      </c:pt>
                      <c:pt idx="6">
                        <c:v>25415.679987310657</c:v>
                      </c:pt>
                      <c:pt idx="7">
                        <c:v>27129.905221813551</c:v>
                      </c:pt>
                      <c:pt idx="8">
                        <c:v>15470.391940702069</c:v>
                      </c:pt>
                      <c:pt idx="9">
                        <c:v>6753.719354302134</c:v>
                      </c:pt>
                      <c:pt idx="10">
                        <c:v>34165.717893386973</c:v>
                      </c:pt>
                      <c:pt idx="11">
                        <c:v>14215.471981215378</c:v>
                      </c:pt>
                      <c:pt idx="12">
                        <c:v>35749.880723003487</c:v>
                      </c:pt>
                      <c:pt idx="13">
                        <c:v>13301.566055292556</c:v>
                      </c:pt>
                      <c:pt idx="14">
                        <c:v>28629.925175972869</c:v>
                      </c:pt>
                      <c:pt idx="15">
                        <c:v>1561.0879926647171</c:v>
                      </c:pt>
                      <c:pt idx="16">
                        <c:v>18476.264135502352</c:v>
                      </c:pt>
                      <c:pt idx="17">
                        <c:v>4610.6076860544172</c:v>
                      </c:pt>
                      <c:pt idx="18">
                        <c:v>1806.6698854978722</c:v>
                      </c:pt>
                      <c:pt idx="19">
                        <c:v>14756.516758275071</c:v>
                      </c:pt>
                      <c:pt idx="20">
                        <c:v>11173.534175300863</c:v>
                      </c:pt>
                      <c:pt idx="21">
                        <c:v>5162.6153439171876</c:v>
                      </c:pt>
                      <c:pt idx="22">
                        <c:v>10435.957585182805</c:v>
                      </c:pt>
                      <c:pt idx="23">
                        <c:v>753.98687515296024</c:v>
                      </c:pt>
                      <c:pt idx="24">
                        <c:v>11995.463628183441</c:v>
                      </c:pt>
                      <c:pt idx="25">
                        <c:v>2074.0632766181357</c:v>
                      </c:pt>
                      <c:pt idx="26">
                        <c:v>15601.124295732843</c:v>
                      </c:pt>
                      <c:pt idx="27">
                        <c:v>12884.041492910234</c:v>
                      </c:pt>
                      <c:pt idx="28">
                        <c:v>6981.0462188055435</c:v>
                      </c:pt>
                      <c:pt idx="29">
                        <c:v>18575.017762097337</c:v>
                      </c:pt>
                      <c:pt idx="30">
                        <c:v>8768.3407771321199</c:v>
                      </c:pt>
                      <c:pt idx="31">
                        <c:v>21843.904066799314</c:v>
                      </c:pt>
                      <c:pt idx="32">
                        <c:v>10062.813857951358</c:v>
                      </c:pt>
                      <c:pt idx="33">
                        <c:v>8418.7054178702674</c:v>
                      </c:pt>
                      <c:pt idx="34">
                        <c:v>2763.2044086917081</c:v>
                      </c:pt>
                      <c:pt idx="35">
                        <c:v>14293.050295525072</c:v>
                      </c:pt>
                      <c:pt idx="36">
                        <c:v>7342.1826779591893</c:v>
                      </c:pt>
                      <c:pt idx="37">
                        <c:v>9450.7653102371751</c:v>
                      </c:pt>
                      <c:pt idx="38">
                        <c:v>7529.5401261234429</c:v>
                      </c:pt>
                      <c:pt idx="39">
                        <c:v>14437.040010547846</c:v>
                      </c:pt>
                      <c:pt idx="40">
                        <c:v>11292.197250847905</c:v>
                      </c:pt>
                      <c:pt idx="41">
                        <c:v>16604.084429559269</c:v>
                      </c:pt>
                      <c:pt idx="42">
                        <c:v>6018.8126406148913</c:v>
                      </c:pt>
                      <c:pt idx="43">
                        <c:v>6728.9525299781808</c:v>
                      </c:pt>
                      <c:pt idx="44">
                        <c:v>6359.152169660968</c:v>
                      </c:pt>
                      <c:pt idx="45">
                        <c:v>7980.8988905388696</c:v>
                      </c:pt>
                      <c:pt idx="46">
                        <c:v>21723.988310177425</c:v>
                      </c:pt>
                      <c:pt idx="47">
                        <c:v>25175.16551982805</c:v>
                      </c:pt>
                      <c:pt idx="48">
                        <c:v>27579.592424536833</c:v>
                      </c:pt>
                      <c:pt idx="49">
                        <c:v>5191.5207576937783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BD84-417A-A106-C6C18DEF5655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Month!$G$2</c15:sqref>
                        </c15:formulaRef>
                      </c:ext>
                    </c:extLst>
                    <c:strCache>
                      <c:ptCount val="1"/>
                      <c:pt idx="0">
                        <c:v>FORECAST</c:v>
                      </c:pt>
                    </c:strCache>
                  </c:strRef>
                </c:tx>
                <c:spPr>
                  <a:ln w="12700" cap="rnd">
                    <a:solidFill>
                      <a:srgbClr val="34C759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Month!$C$3:$C$62</c15:sqref>
                        </c15:formulaRef>
                      </c:ext>
                    </c:extLst>
                    <c:numCache>
                      <c:formatCode>d\-mmm\-yy</c:formatCode>
                      <c:ptCount val="60"/>
                      <c:pt idx="0">
                        <c:v>43466</c:v>
                      </c:pt>
                      <c:pt idx="1">
                        <c:v>43497</c:v>
                      </c:pt>
                      <c:pt idx="2">
                        <c:v>43525</c:v>
                      </c:pt>
                      <c:pt idx="3">
                        <c:v>43556</c:v>
                      </c:pt>
                      <c:pt idx="4">
                        <c:v>43586</c:v>
                      </c:pt>
                      <c:pt idx="5">
                        <c:v>43617</c:v>
                      </c:pt>
                      <c:pt idx="6">
                        <c:v>43647</c:v>
                      </c:pt>
                      <c:pt idx="7">
                        <c:v>43678</c:v>
                      </c:pt>
                      <c:pt idx="8">
                        <c:v>43709</c:v>
                      </c:pt>
                      <c:pt idx="9">
                        <c:v>43739</c:v>
                      </c:pt>
                      <c:pt idx="10">
                        <c:v>43770</c:v>
                      </c:pt>
                      <c:pt idx="11">
                        <c:v>43800</c:v>
                      </c:pt>
                      <c:pt idx="12">
                        <c:v>43831</c:v>
                      </c:pt>
                      <c:pt idx="13">
                        <c:v>43862</c:v>
                      </c:pt>
                      <c:pt idx="14">
                        <c:v>43891</c:v>
                      </c:pt>
                      <c:pt idx="15">
                        <c:v>43922</c:v>
                      </c:pt>
                      <c:pt idx="16">
                        <c:v>43952</c:v>
                      </c:pt>
                      <c:pt idx="17">
                        <c:v>43983</c:v>
                      </c:pt>
                      <c:pt idx="18">
                        <c:v>44013</c:v>
                      </c:pt>
                      <c:pt idx="19">
                        <c:v>44044</c:v>
                      </c:pt>
                      <c:pt idx="20">
                        <c:v>44075</c:v>
                      </c:pt>
                      <c:pt idx="21">
                        <c:v>44105</c:v>
                      </c:pt>
                      <c:pt idx="22">
                        <c:v>44136</c:v>
                      </c:pt>
                      <c:pt idx="23">
                        <c:v>44166</c:v>
                      </c:pt>
                      <c:pt idx="24">
                        <c:v>44197</c:v>
                      </c:pt>
                      <c:pt idx="25">
                        <c:v>44228</c:v>
                      </c:pt>
                      <c:pt idx="26">
                        <c:v>44256</c:v>
                      </c:pt>
                      <c:pt idx="27">
                        <c:v>44287</c:v>
                      </c:pt>
                      <c:pt idx="28">
                        <c:v>44317</c:v>
                      </c:pt>
                      <c:pt idx="29">
                        <c:v>44348</c:v>
                      </c:pt>
                      <c:pt idx="30">
                        <c:v>44378</c:v>
                      </c:pt>
                      <c:pt idx="31">
                        <c:v>44409</c:v>
                      </c:pt>
                      <c:pt idx="32">
                        <c:v>44440</c:v>
                      </c:pt>
                      <c:pt idx="33">
                        <c:v>44470</c:v>
                      </c:pt>
                      <c:pt idx="34">
                        <c:v>44501</c:v>
                      </c:pt>
                      <c:pt idx="35">
                        <c:v>44531</c:v>
                      </c:pt>
                      <c:pt idx="36">
                        <c:v>44562</c:v>
                      </c:pt>
                      <c:pt idx="37">
                        <c:v>44593</c:v>
                      </c:pt>
                      <c:pt idx="38">
                        <c:v>44621</c:v>
                      </c:pt>
                      <c:pt idx="39">
                        <c:v>44652</c:v>
                      </c:pt>
                      <c:pt idx="40">
                        <c:v>44682</c:v>
                      </c:pt>
                      <c:pt idx="41">
                        <c:v>44713</c:v>
                      </c:pt>
                      <c:pt idx="42">
                        <c:v>44743</c:v>
                      </c:pt>
                      <c:pt idx="43">
                        <c:v>44774</c:v>
                      </c:pt>
                      <c:pt idx="44">
                        <c:v>44805</c:v>
                      </c:pt>
                      <c:pt idx="45">
                        <c:v>44835</c:v>
                      </c:pt>
                      <c:pt idx="46">
                        <c:v>44866</c:v>
                      </c:pt>
                      <c:pt idx="47">
                        <c:v>44896</c:v>
                      </c:pt>
                      <c:pt idx="48">
                        <c:v>44927</c:v>
                      </c:pt>
                      <c:pt idx="49">
                        <c:v>44958</c:v>
                      </c:pt>
                      <c:pt idx="50">
                        <c:v>44986</c:v>
                      </c:pt>
                      <c:pt idx="51">
                        <c:v>45017</c:v>
                      </c:pt>
                      <c:pt idx="52">
                        <c:v>45047</c:v>
                      </c:pt>
                      <c:pt idx="53">
                        <c:v>45078</c:v>
                      </c:pt>
                      <c:pt idx="54">
                        <c:v>45108</c:v>
                      </c:pt>
                      <c:pt idx="55">
                        <c:v>45139</c:v>
                      </c:pt>
                      <c:pt idx="56">
                        <c:v>45170</c:v>
                      </c:pt>
                      <c:pt idx="57">
                        <c:v>45200</c:v>
                      </c:pt>
                      <c:pt idx="58">
                        <c:v>45231</c:v>
                      </c:pt>
                      <c:pt idx="59">
                        <c:v>45261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Month!$G$3:$G$62</c15:sqref>
                        </c15:formulaRef>
                      </c:ext>
                    </c:extLst>
                    <c:numCache>
                      <c:formatCode>General</c:formatCode>
                      <c:ptCount val="60"/>
                      <c:pt idx="49">
                        <c:v>9890.4614556346969</c:v>
                      </c:pt>
                      <c:pt idx="50">
                        <c:v>21416.92415561228</c:v>
                      </c:pt>
                      <c:pt idx="51">
                        <c:v>4142.2614665837955</c:v>
                      </c:pt>
                      <c:pt idx="52">
                        <c:v>2867.6340012222695</c:v>
                      </c:pt>
                      <c:pt idx="53">
                        <c:v>14599.385532145447</c:v>
                      </c:pt>
                      <c:pt idx="54">
                        <c:v>6345.1077513664077</c:v>
                      </c:pt>
                      <c:pt idx="55">
                        <c:v>37658.306930801518</c:v>
                      </c:pt>
                      <c:pt idx="56">
                        <c:v>8505.6353553840163</c:v>
                      </c:pt>
                      <c:pt idx="57">
                        <c:v>10474.267377758539</c:v>
                      </c:pt>
                      <c:pt idx="58">
                        <c:v>868.00613369764847</c:v>
                      </c:pt>
                      <c:pt idx="59">
                        <c:v>36367.327062079683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BD84-417A-A106-C6C18DEF5655}"/>
                  </c:ext>
                </c:extLst>
              </c15:ser>
            </c15:filteredLineSeries>
          </c:ext>
        </c:extLst>
      </c:lineChart>
      <c:dateAx>
        <c:axId val="1031880144"/>
        <c:scaling>
          <c:orientation val="minMax"/>
          <c:min val="43831"/>
        </c:scaling>
        <c:delete val="1"/>
        <c:axPos val="b"/>
        <c:numFmt formatCode="d\-mmm\-yy" sourceLinked="1"/>
        <c:majorTickMark val="out"/>
        <c:minorTickMark val="none"/>
        <c:tickLblPos val="nextTo"/>
        <c:crossAx val="1031887216"/>
        <c:crosses val="autoZero"/>
        <c:auto val="1"/>
        <c:lblOffset val="100"/>
        <c:baseTimeUnit val="months"/>
        <c:majorUnit val="1"/>
        <c:majorTimeUnit val="years"/>
      </c:dateAx>
      <c:valAx>
        <c:axId val="1031887216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chemeClr val="bg2">
                  <a:lumMod val="90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31880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0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Tonase</a:t>
            </a:r>
            <a:endParaRPr lang="en-US" sz="1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c:rich>
      </c:tx>
      <c:layout>
        <c:manualLayout>
          <c:xMode val="edge"/>
          <c:yMode val="edge"/>
          <c:x val="0.4001183182894556"/>
          <c:y val="2.71029121047580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7303121846295593E-2"/>
          <c:y val="0.12991831269226958"/>
          <c:w val="0.94319164414365897"/>
          <c:h val="0.669111621825357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Sheet1!$K$70</c:f>
              <c:strCache>
                <c:ptCount val="1"/>
                <c:pt idx="0">
                  <c:v>Tonase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5BF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D50-4A24-A5EF-CE7C0390FB96}"/>
              </c:ext>
            </c:extLst>
          </c:dPt>
          <c:dPt>
            <c:idx val="1"/>
            <c:invertIfNegative val="0"/>
            <c:bubble3D val="0"/>
            <c:spPr>
              <a:solidFill>
                <a:srgbClr val="FF5BF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D50-4A24-A5EF-CE7C0390FB96}"/>
              </c:ext>
            </c:extLst>
          </c:dPt>
          <c:dPt>
            <c:idx val="2"/>
            <c:invertIfNegative val="0"/>
            <c:bubble3D val="0"/>
            <c:spPr>
              <a:solidFill>
                <a:srgbClr val="FF5BF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D50-4A24-A5EF-CE7C0390FB96}"/>
              </c:ext>
            </c:extLst>
          </c:dPt>
          <c:dPt>
            <c:idx val="3"/>
            <c:invertIfNegative val="0"/>
            <c:bubble3D val="0"/>
            <c:spPr>
              <a:solidFill>
                <a:srgbClr val="F2810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D50-4A24-A5EF-CE7C0390FB96}"/>
              </c:ext>
            </c:extLst>
          </c:dPt>
          <c:dPt>
            <c:idx val="4"/>
            <c:invertIfNegative val="0"/>
            <c:bubble3D val="0"/>
            <c:spPr>
              <a:solidFill>
                <a:srgbClr val="F2810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D50-4A24-A5EF-CE7C0390FB96}"/>
              </c:ext>
            </c:extLst>
          </c:dPt>
          <c:dPt>
            <c:idx val="5"/>
            <c:invertIfNegative val="0"/>
            <c:bubble3D val="0"/>
            <c:spPr>
              <a:solidFill>
                <a:srgbClr val="F2810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D50-4A24-A5EF-CE7C0390FB96}"/>
              </c:ext>
            </c:extLst>
          </c:dPt>
          <c:dPt>
            <c:idx val="6"/>
            <c:invertIfNegative val="0"/>
            <c:bubble3D val="0"/>
            <c:spPr>
              <a:solidFill>
                <a:srgbClr val="FFCC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D50-4A24-A5EF-CE7C0390FB96}"/>
              </c:ext>
            </c:extLst>
          </c:dPt>
          <c:dPt>
            <c:idx val="7"/>
            <c:invertIfNegative val="0"/>
            <c:bubble3D val="0"/>
            <c:spPr>
              <a:solidFill>
                <a:srgbClr val="FFCC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D50-4A24-A5EF-CE7C0390FB96}"/>
              </c:ext>
            </c:extLst>
          </c:dPt>
          <c:dPt>
            <c:idx val="8"/>
            <c:invertIfNegative val="0"/>
            <c:bubble3D val="0"/>
            <c:spPr>
              <a:solidFill>
                <a:srgbClr val="FFCC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DD50-4A24-A5EF-CE7C0390FB96}"/>
              </c:ext>
            </c:extLst>
          </c:dPt>
          <c:dPt>
            <c:idx val="9"/>
            <c:invertIfNegative val="0"/>
            <c:bubble3D val="0"/>
            <c:spPr>
              <a:solidFill>
                <a:srgbClr val="008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DD50-4A24-A5EF-CE7C0390FB96}"/>
              </c:ext>
            </c:extLst>
          </c:dPt>
          <c:dPt>
            <c:idx val="10"/>
            <c:invertIfNegative val="0"/>
            <c:bubble3D val="0"/>
            <c:spPr>
              <a:solidFill>
                <a:srgbClr val="008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DD50-4A24-A5EF-CE7C0390FB96}"/>
              </c:ext>
            </c:extLst>
          </c:dPt>
          <c:dPt>
            <c:idx val="11"/>
            <c:invertIfNegative val="0"/>
            <c:bubble3D val="0"/>
            <c:spPr>
              <a:solidFill>
                <a:srgbClr val="00857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DD50-4A24-A5EF-CE7C0390FB9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Sheet1!$I$71:$J$82</c:f>
              <c:multiLvlStrCache>
                <c:ptCount val="12"/>
                <c:lvl>
                  <c:pt idx="0">
                    <c:v>SWK</c:v>
                  </c:pt>
                  <c:pt idx="1">
                    <c:v>SBS</c:v>
                  </c:pt>
                  <c:pt idx="2">
                    <c:v>PAMA</c:v>
                  </c:pt>
                  <c:pt idx="3">
                    <c:v>SWK</c:v>
                  </c:pt>
                  <c:pt idx="4">
                    <c:v>SBS</c:v>
                  </c:pt>
                  <c:pt idx="5">
                    <c:v>PAMA</c:v>
                  </c:pt>
                  <c:pt idx="6">
                    <c:v>SWK</c:v>
                  </c:pt>
                  <c:pt idx="7">
                    <c:v>SBS</c:v>
                  </c:pt>
                  <c:pt idx="8">
                    <c:v>PAMA</c:v>
                  </c:pt>
                  <c:pt idx="9">
                    <c:v>SWK</c:v>
                  </c:pt>
                  <c:pt idx="10">
                    <c:v>SBS</c:v>
                  </c:pt>
                  <c:pt idx="11">
                    <c:v>PAMA</c:v>
                  </c:pt>
                </c:lvl>
                <c:lvl>
                  <c:pt idx="0">
                    <c:v>Banko Tengah</c:v>
                  </c:pt>
                  <c:pt idx="3">
                    <c:v>Banko Barat</c:v>
                  </c:pt>
                  <c:pt idx="6">
                    <c:v>MTB</c:v>
                  </c:pt>
                  <c:pt idx="9">
                    <c:v>TAL</c:v>
                  </c:pt>
                </c:lvl>
              </c:multiLvlStrCache>
            </c:multiLvlStrRef>
          </c:cat>
          <c:val>
            <c:numRef>
              <c:f>Sheet1!$K$71:$K$82</c:f>
              <c:numCache>
                <c:formatCode>General</c:formatCode>
                <c:ptCount val="12"/>
                <c:pt idx="0">
                  <c:v>4767</c:v>
                </c:pt>
                <c:pt idx="1">
                  <c:v>2992</c:v>
                </c:pt>
                <c:pt idx="2">
                  <c:v>4381</c:v>
                </c:pt>
                <c:pt idx="3">
                  <c:v>3259</c:v>
                </c:pt>
                <c:pt idx="4">
                  <c:v>3683</c:v>
                </c:pt>
                <c:pt idx="5">
                  <c:v>4662</c:v>
                </c:pt>
                <c:pt idx="6">
                  <c:v>2664</c:v>
                </c:pt>
                <c:pt idx="7">
                  <c:v>1932</c:v>
                </c:pt>
                <c:pt idx="8">
                  <c:v>3978</c:v>
                </c:pt>
                <c:pt idx="9">
                  <c:v>4973</c:v>
                </c:pt>
                <c:pt idx="10">
                  <c:v>3222</c:v>
                </c:pt>
                <c:pt idx="11">
                  <c:v>1811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DD50-4A24-A5EF-CE7C0390FB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9"/>
        <c:axId val="808474080"/>
        <c:axId val="808473248"/>
      </c:barChart>
      <c:catAx>
        <c:axId val="80847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808473248"/>
        <c:crosses val="autoZero"/>
        <c:auto val="1"/>
        <c:lblAlgn val="ctr"/>
        <c:lblOffset val="100"/>
        <c:noMultiLvlLbl val="0"/>
      </c:catAx>
      <c:valAx>
        <c:axId val="80847324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65000"/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808474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242425"/>
    </a:solidFill>
    <a:ln w="9525" cap="flat" cmpd="sng" algn="ctr">
      <a:noFill/>
      <a:round/>
    </a:ln>
    <a:effectLst/>
  </c:spPr>
  <c:txPr>
    <a:bodyPr rot="-5400000" vert="horz"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D" i="1" dirty="0"/>
              <a:t>Real</a:t>
            </a:r>
            <a:r>
              <a:rPr lang="en-ID" baseline="0" dirty="0"/>
              <a:t> </a:t>
            </a:r>
            <a:r>
              <a:rPr lang="en-ID" i="1" baseline="0" dirty="0"/>
              <a:t>Production </a:t>
            </a:r>
            <a:r>
              <a:rPr lang="en-ID" baseline="0" dirty="0"/>
              <a:t>vs</a:t>
            </a:r>
            <a:r>
              <a:rPr lang="en-ID" i="1" baseline="0" dirty="0"/>
              <a:t> Forecasting</a:t>
            </a:r>
            <a:endParaRPr lang="en-ID" i="1" dirty="0"/>
          </a:p>
        </c:rich>
      </c:tx>
      <c:layout>
        <c:manualLayout>
          <c:xMode val="edge"/>
          <c:yMode val="edge"/>
          <c:x val="0.31681595387206679"/>
          <c:y val="4.74962019648957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245691209906318"/>
          <c:y val="0.13754678495883454"/>
          <c:w val="0.86455747762472757"/>
          <c:h val="0.75953068947568347"/>
        </c:manualLayout>
      </c:layout>
      <c:lineChart>
        <c:grouping val="standard"/>
        <c:varyColors val="0"/>
        <c:ser>
          <c:idx val="0"/>
          <c:order val="0"/>
          <c:tx>
            <c:strRef>
              <c:f>Sheet1!$C$89</c:f>
              <c:strCache>
                <c:ptCount val="1"/>
                <c:pt idx="0">
                  <c:v>Real</c:v>
                </c:pt>
              </c:strCache>
            </c:strRef>
          </c:tx>
          <c:spPr>
            <a:ln w="15875" cap="rnd" cmpd="sng">
              <a:solidFill>
                <a:srgbClr val="3E64D6"/>
              </a:solidFill>
              <a:round/>
            </a:ln>
            <a:effectLst>
              <a:glow>
                <a:srgbClr val="F28B82"/>
              </a:glow>
              <a:outerShdw sx="1000" sy="1000" algn="ctr" rotWithShape="0">
                <a:srgbClr val="F28B82"/>
              </a:outerShdw>
            </a:effectLst>
          </c:spPr>
          <c:marker>
            <c:symbol val="none"/>
          </c:marker>
          <c:cat>
            <c:numRef>
              <c:f>Sheet1!$B$90:$B$139</c:f>
              <c:numCache>
                <c:formatCode>m/d/yyyy</c:formatCode>
                <c:ptCount val="50"/>
                <c:pt idx="0">
                  <c:v>44931</c:v>
                </c:pt>
                <c:pt idx="1">
                  <c:v>44932</c:v>
                </c:pt>
                <c:pt idx="2">
                  <c:v>44933</c:v>
                </c:pt>
                <c:pt idx="3">
                  <c:v>44934</c:v>
                </c:pt>
                <c:pt idx="4">
                  <c:v>44935</c:v>
                </c:pt>
                <c:pt idx="5">
                  <c:v>44936</c:v>
                </c:pt>
                <c:pt idx="6">
                  <c:v>44937</c:v>
                </c:pt>
                <c:pt idx="7">
                  <c:v>44938</c:v>
                </c:pt>
                <c:pt idx="8">
                  <c:v>44939</c:v>
                </c:pt>
                <c:pt idx="9">
                  <c:v>44940</c:v>
                </c:pt>
                <c:pt idx="10">
                  <c:v>44941</c:v>
                </c:pt>
                <c:pt idx="11">
                  <c:v>44942</c:v>
                </c:pt>
                <c:pt idx="12">
                  <c:v>44943</c:v>
                </c:pt>
                <c:pt idx="13">
                  <c:v>44944</c:v>
                </c:pt>
                <c:pt idx="14">
                  <c:v>44945</c:v>
                </c:pt>
                <c:pt idx="15">
                  <c:v>44946</c:v>
                </c:pt>
                <c:pt idx="16">
                  <c:v>44947</c:v>
                </c:pt>
                <c:pt idx="17">
                  <c:v>44948</c:v>
                </c:pt>
                <c:pt idx="18">
                  <c:v>44949</c:v>
                </c:pt>
                <c:pt idx="19">
                  <c:v>44950</c:v>
                </c:pt>
                <c:pt idx="20">
                  <c:v>44951</c:v>
                </c:pt>
                <c:pt idx="21">
                  <c:v>44952</c:v>
                </c:pt>
                <c:pt idx="22">
                  <c:v>44953</c:v>
                </c:pt>
                <c:pt idx="23">
                  <c:v>44954</c:v>
                </c:pt>
                <c:pt idx="24">
                  <c:v>44955</c:v>
                </c:pt>
                <c:pt idx="25">
                  <c:v>44956</c:v>
                </c:pt>
                <c:pt idx="26">
                  <c:v>44957</c:v>
                </c:pt>
                <c:pt idx="27">
                  <c:v>44958</c:v>
                </c:pt>
                <c:pt idx="28">
                  <c:v>44959</c:v>
                </c:pt>
                <c:pt idx="29">
                  <c:v>44960</c:v>
                </c:pt>
                <c:pt idx="30">
                  <c:v>44961</c:v>
                </c:pt>
                <c:pt idx="31">
                  <c:v>44962</c:v>
                </c:pt>
                <c:pt idx="32">
                  <c:v>44963</c:v>
                </c:pt>
                <c:pt idx="33">
                  <c:v>44964</c:v>
                </c:pt>
                <c:pt idx="34">
                  <c:v>44965</c:v>
                </c:pt>
                <c:pt idx="35">
                  <c:v>44966</c:v>
                </c:pt>
                <c:pt idx="36">
                  <c:v>44967</c:v>
                </c:pt>
                <c:pt idx="37">
                  <c:v>44968</c:v>
                </c:pt>
                <c:pt idx="38">
                  <c:v>44969</c:v>
                </c:pt>
                <c:pt idx="39">
                  <c:v>44970</c:v>
                </c:pt>
                <c:pt idx="40">
                  <c:v>44971</c:v>
                </c:pt>
                <c:pt idx="41">
                  <c:v>44972</c:v>
                </c:pt>
                <c:pt idx="42">
                  <c:v>44973</c:v>
                </c:pt>
                <c:pt idx="43">
                  <c:v>44974</c:v>
                </c:pt>
                <c:pt idx="44">
                  <c:v>44975</c:v>
                </c:pt>
                <c:pt idx="45">
                  <c:v>44976</c:v>
                </c:pt>
                <c:pt idx="46">
                  <c:v>44977</c:v>
                </c:pt>
                <c:pt idx="47">
                  <c:v>44978</c:v>
                </c:pt>
                <c:pt idx="48">
                  <c:v>44979</c:v>
                </c:pt>
                <c:pt idx="49">
                  <c:v>44980</c:v>
                </c:pt>
              </c:numCache>
            </c:numRef>
          </c:cat>
          <c:val>
            <c:numRef>
              <c:f>Sheet1!$C$90:$C$139</c:f>
              <c:numCache>
                <c:formatCode>General</c:formatCode>
                <c:ptCount val="50"/>
                <c:pt idx="0">
                  <c:v>446157</c:v>
                </c:pt>
                <c:pt idx="1">
                  <c:v>1378449</c:v>
                </c:pt>
                <c:pt idx="2">
                  <c:v>463742</c:v>
                </c:pt>
                <c:pt idx="3">
                  <c:v>1299531</c:v>
                </c:pt>
                <c:pt idx="4">
                  <c:v>1302934</c:v>
                </c:pt>
                <c:pt idx="5">
                  <c:v>1307935</c:v>
                </c:pt>
                <c:pt idx="6">
                  <c:v>805813</c:v>
                </c:pt>
                <c:pt idx="7">
                  <c:v>1627702</c:v>
                </c:pt>
                <c:pt idx="8">
                  <c:v>123213</c:v>
                </c:pt>
                <c:pt idx="9">
                  <c:v>744527</c:v>
                </c:pt>
                <c:pt idx="10">
                  <c:v>971785</c:v>
                </c:pt>
                <c:pt idx="11">
                  <c:v>951946</c:v>
                </c:pt>
                <c:pt idx="12">
                  <c:v>326825</c:v>
                </c:pt>
                <c:pt idx="13">
                  <c:v>189776</c:v>
                </c:pt>
                <c:pt idx="14">
                  <c:v>205891</c:v>
                </c:pt>
                <c:pt idx="15">
                  <c:v>1129638</c:v>
                </c:pt>
                <c:pt idx="16">
                  <c:v>1522946</c:v>
                </c:pt>
                <c:pt idx="17">
                  <c:v>965259</c:v>
                </c:pt>
                <c:pt idx="18">
                  <c:v>940726</c:v>
                </c:pt>
                <c:pt idx="19">
                  <c:v>1160450</c:v>
                </c:pt>
                <c:pt idx="20">
                  <c:v>819593</c:v>
                </c:pt>
                <c:pt idx="21">
                  <c:v>1010366</c:v>
                </c:pt>
                <c:pt idx="22">
                  <c:v>1372995</c:v>
                </c:pt>
                <c:pt idx="23">
                  <c:v>1283176</c:v>
                </c:pt>
                <c:pt idx="24">
                  <c:v>847239</c:v>
                </c:pt>
                <c:pt idx="25">
                  <c:v>238811</c:v>
                </c:pt>
                <c:pt idx="26">
                  <c:v>609882</c:v>
                </c:pt>
                <c:pt idx="27">
                  <c:v>1880865</c:v>
                </c:pt>
                <c:pt idx="28">
                  <c:v>1995370</c:v>
                </c:pt>
                <c:pt idx="29">
                  <c:v>270716</c:v>
                </c:pt>
                <c:pt idx="30">
                  <c:v>907181</c:v>
                </c:pt>
                <c:pt idx="31">
                  <c:v>251931</c:v>
                </c:pt>
                <c:pt idx="32">
                  <c:v>1525316</c:v>
                </c:pt>
                <c:pt idx="33">
                  <c:v>1225924</c:v>
                </c:pt>
                <c:pt idx="34">
                  <c:v>1476927</c:v>
                </c:pt>
                <c:pt idx="35">
                  <c:v>269400</c:v>
                </c:pt>
                <c:pt idx="36">
                  <c:v>494554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983-4C1B-939F-1F059AEC18C9}"/>
            </c:ext>
          </c:extLst>
        </c:ser>
        <c:ser>
          <c:idx val="1"/>
          <c:order val="1"/>
          <c:tx>
            <c:strRef>
              <c:f>Sheet1!$D$89</c:f>
              <c:strCache>
                <c:ptCount val="1"/>
                <c:pt idx="0">
                  <c:v>Forecast</c:v>
                </c:pt>
              </c:strCache>
            </c:strRef>
          </c:tx>
          <c:spPr>
            <a:ln w="15875" cap="rnd">
              <a:solidFill>
                <a:srgbClr val="73B485"/>
              </a:solidFill>
              <a:round/>
            </a:ln>
            <a:effectLst>
              <a:glow>
                <a:schemeClr val="accent1"/>
              </a:glow>
              <a:outerShdw sx="1000" sy="1000" algn="t" rotWithShape="0">
                <a:srgbClr val="81C995"/>
              </a:outerShdw>
              <a:softEdge rad="0"/>
            </a:effectLst>
          </c:spPr>
          <c:marker>
            <c:symbol val="none"/>
          </c:marker>
          <c:cat>
            <c:numRef>
              <c:f>Sheet1!$B$90:$B$139</c:f>
              <c:numCache>
                <c:formatCode>m/d/yyyy</c:formatCode>
                <c:ptCount val="50"/>
                <c:pt idx="0">
                  <c:v>44931</c:v>
                </c:pt>
                <c:pt idx="1">
                  <c:v>44932</c:v>
                </c:pt>
                <c:pt idx="2">
                  <c:v>44933</c:v>
                </c:pt>
                <c:pt idx="3">
                  <c:v>44934</c:v>
                </c:pt>
                <c:pt idx="4">
                  <c:v>44935</c:v>
                </c:pt>
                <c:pt idx="5">
                  <c:v>44936</c:v>
                </c:pt>
                <c:pt idx="6">
                  <c:v>44937</c:v>
                </c:pt>
                <c:pt idx="7">
                  <c:v>44938</c:v>
                </c:pt>
                <c:pt idx="8">
                  <c:v>44939</c:v>
                </c:pt>
                <c:pt idx="9">
                  <c:v>44940</c:v>
                </c:pt>
                <c:pt idx="10">
                  <c:v>44941</c:v>
                </c:pt>
                <c:pt idx="11">
                  <c:v>44942</c:v>
                </c:pt>
                <c:pt idx="12">
                  <c:v>44943</c:v>
                </c:pt>
                <c:pt idx="13">
                  <c:v>44944</c:v>
                </c:pt>
                <c:pt idx="14">
                  <c:v>44945</c:v>
                </c:pt>
                <c:pt idx="15">
                  <c:v>44946</c:v>
                </c:pt>
                <c:pt idx="16">
                  <c:v>44947</c:v>
                </c:pt>
                <c:pt idx="17">
                  <c:v>44948</c:v>
                </c:pt>
                <c:pt idx="18">
                  <c:v>44949</c:v>
                </c:pt>
                <c:pt idx="19">
                  <c:v>44950</c:v>
                </c:pt>
                <c:pt idx="20">
                  <c:v>44951</c:v>
                </c:pt>
                <c:pt idx="21">
                  <c:v>44952</c:v>
                </c:pt>
                <c:pt idx="22">
                  <c:v>44953</c:v>
                </c:pt>
                <c:pt idx="23">
                  <c:v>44954</c:v>
                </c:pt>
                <c:pt idx="24">
                  <c:v>44955</c:v>
                </c:pt>
                <c:pt idx="25">
                  <c:v>44956</c:v>
                </c:pt>
                <c:pt idx="26">
                  <c:v>44957</c:v>
                </c:pt>
                <c:pt idx="27">
                  <c:v>44958</c:v>
                </c:pt>
                <c:pt idx="28">
                  <c:v>44959</c:v>
                </c:pt>
                <c:pt idx="29">
                  <c:v>44960</c:v>
                </c:pt>
                <c:pt idx="30">
                  <c:v>44961</c:v>
                </c:pt>
                <c:pt idx="31">
                  <c:v>44962</c:v>
                </c:pt>
                <c:pt idx="32">
                  <c:v>44963</c:v>
                </c:pt>
                <c:pt idx="33">
                  <c:v>44964</c:v>
                </c:pt>
                <c:pt idx="34">
                  <c:v>44965</c:v>
                </c:pt>
                <c:pt idx="35">
                  <c:v>44966</c:v>
                </c:pt>
                <c:pt idx="36">
                  <c:v>44967</c:v>
                </c:pt>
                <c:pt idx="37">
                  <c:v>44968</c:v>
                </c:pt>
                <c:pt idx="38">
                  <c:v>44969</c:v>
                </c:pt>
                <c:pt idx="39">
                  <c:v>44970</c:v>
                </c:pt>
                <c:pt idx="40">
                  <c:v>44971</c:v>
                </c:pt>
                <c:pt idx="41">
                  <c:v>44972</c:v>
                </c:pt>
                <c:pt idx="42">
                  <c:v>44973</c:v>
                </c:pt>
                <c:pt idx="43">
                  <c:v>44974</c:v>
                </c:pt>
                <c:pt idx="44">
                  <c:v>44975</c:v>
                </c:pt>
                <c:pt idx="45">
                  <c:v>44976</c:v>
                </c:pt>
                <c:pt idx="46">
                  <c:v>44977</c:v>
                </c:pt>
                <c:pt idx="47">
                  <c:v>44978</c:v>
                </c:pt>
                <c:pt idx="48">
                  <c:v>44979</c:v>
                </c:pt>
                <c:pt idx="49">
                  <c:v>44980</c:v>
                </c:pt>
              </c:numCache>
            </c:numRef>
          </c:cat>
          <c:val>
            <c:numRef>
              <c:f>Sheet1!$D$90:$D$139</c:f>
              <c:numCache>
                <c:formatCode>General</c:formatCode>
                <c:ptCount val="50"/>
                <c:pt idx="0">
                  <c:v>1618239</c:v>
                </c:pt>
                <c:pt idx="1">
                  <c:v>383276</c:v>
                </c:pt>
                <c:pt idx="2">
                  <c:v>252796</c:v>
                </c:pt>
                <c:pt idx="3">
                  <c:v>1153779</c:v>
                </c:pt>
                <c:pt idx="4">
                  <c:v>1362446</c:v>
                </c:pt>
                <c:pt idx="5">
                  <c:v>1576574</c:v>
                </c:pt>
                <c:pt idx="6">
                  <c:v>1303012</c:v>
                </c:pt>
                <c:pt idx="7">
                  <c:v>125425</c:v>
                </c:pt>
                <c:pt idx="8">
                  <c:v>548703</c:v>
                </c:pt>
                <c:pt idx="9">
                  <c:v>1659438</c:v>
                </c:pt>
                <c:pt idx="10">
                  <c:v>186250</c:v>
                </c:pt>
                <c:pt idx="11">
                  <c:v>1067541</c:v>
                </c:pt>
                <c:pt idx="12">
                  <c:v>127378</c:v>
                </c:pt>
                <c:pt idx="13">
                  <c:v>1437420</c:v>
                </c:pt>
                <c:pt idx="14">
                  <c:v>1307594</c:v>
                </c:pt>
                <c:pt idx="15">
                  <c:v>1104223</c:v>
                </c:pt>
                <c:pt idx="16">
                  <c:v>778682</c:v>
                </c:pt>
                <c:pt idx="17">
                  <c:v>954806</c:v>
                </c:pt>
                <c:pt idx="18">
                  <c:v>1410603</c:v>
                </c:pt>
                <c:pt idx="19">
                  <c:v>1215247</c:v>
                </c:pt>
                <c:pt idx="20">
                  <c:v>854009</c:v>
                </c:pt>
                <c:pt idx="21">
                  <c:v>912557</c:v>
                </c:pt>
                <c:pt idx="22">
                  <c:v>1896389</c:v>
                </c:pt>
                <c:pt idx="23">
                  <c:v>1776463</c:v>
                </c:pt>
                <c:pt idx="24">
                  <c:v>268091</c:v>
                </c:pt>
                <c:pt idx="25">
                  <c:v>978178</c:v>
                </c:pt>
                <c:pt idx="26">
                  <c:v>707026</c:v>
                </c:pt>
                <c:pt idx="27">
                  <c:v>332312</c:v>
                </c:pt>
                <c:pt idx="28">
                  <c:v>603391</c:v>
                </c:pt>
                <c:pt idx="29">
                  <c:v>665225</c:v>
                </c:pt>
                <c:pt idx="30">
                  <c:v>1565855</c:v>
                </c:pt>
                <c:pt idx="31">
                  <c:v>229259</c:v>
                </c:pt>
                <c:pt idx="32">
                  <c:v>1391491</c:v>
                </c:pt>
                <c:pt idx="33">
                  <c:v>822524</c:v>
                </c:pt>
                <c:pt idx="34">
                  <c:v>727468</c:v>
                </c:pt>
                <c:pt idx="35">
                  <c:v>965602</c:v>
                </c:pt>
                <c:pt idx="36">
                  <c:v>182807</c:v>
                </c:pt>
                <c:pt idx="37">
                  <c:v>812685</c:v>
                </c:pt>
                <c:pt idx="38">
                  <c:v>478719</c:v>
                </c:pt>
                <c:pt idx="39">
                  <c:v>1727853</c:v>
                </c:pt>
                <c:pt idx="40">
                  <c:v>258318</c:v>
                </c:pt>
                <c:pt idx="41">
                  <c:v>547741</c:v>
                </c:pt>
                <c:pt idx="42">
                  <c:v>383286</c:v>
                </c:pt>
                <c:pt idx="43">
                  <c:v>989743</c:v>
                </c:pt>
                <c:pt idx="44">
                  <c:v>1638636</c:v>
                </c:pt>
                <c:pt idx="45">
                  <c:v>1455644</c:v>
                </c:pt>
                <c:pt idx="46">
                  <c:v>1384774</c:v>
                </c:pt>
                <c:pt idx="47">
                  <c:v>689799</c:v>
                </c:pt>
                <c:pt idx="48">
                  <c:v>1655361</c:v>
                </c:pt>
                <c:pt idx="49">
                  <c:v>1429707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983-4C1B-939F-1F059AEC1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1967984"/>
        <c:axId val="391988368"/>
      </c:lineChart>
      <c:dateAx>
        <c:axId val="3919679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988368"/>
        <c:crosses val="autoZero"/>
        <c:auto val="1"/>
        <c:lblOffset val="100"/>
        <c:baseTimeUnit val="days"/>
        <c:majorUnit val="1"/>
        <c:majorTimeUnit val="days"/>
        <c:minorUnit val="1"/>
        <c:minorTimeUnit val="years"/>
      </c:dateAx>
      <c:valAx>
        <c:axId val="3919883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1967984"/>
        <c:crosses val="autoZero"/>
        <c:crossBetween val="midCat"/>
        <c:dispUnits>
          <c:builtInUnit val="thousands"/>
          <c:dispUnitsLbl>
            <c:layout>
              <c:manualLayout>
                <c:xMode val="edge"/>
                <c:yMode val="edge"/>
                <c:x val="8.6966606735817079E-3"/>
                <c:y val="0.27305656767440878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 algn="ctr"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>
          <a:outerShdw dist="50800" dir="5400000" sx="1000" sy="1000" algn="ctr" rotWithShape="0">
            <a:srgbClr val="000000"/>
          </a:outerShdw>
        </a:effectLst>
      </c:spPr>
    </c:plotArea>
    <c:legend>
      <c:legendPos val="r"/>
      <c:layout>
        <c:manualLayout>
          <c:xMode val="edge"/>
          <c:yMode val="edge"/>
          <c:x val="0.82936325808356492"/>
          <c:y val="0.12558389488344612"/>
          <c:w val="0.14632887522365559"/>
          <c:h val="0.146241580804666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242425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35:56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24575,'381'21'0,"-3"27"0,177 13 0,584-39 0,-562-21 0,-415 5 0,304 51 0,-320-35 0,163 5 0,151-19 0,-298-8 0,507 15 0,-507-12 0,0 8 0,163 31 0,-35 1 0,-213-36 0,140-6 0,95-34 0,-169 15 0,273 0 0,552 63 0,-273-4 0,181 6 0,-307 0 0,-324-22 0,43-11 0,97 12 0,-270-12 0,1-5 0,-1-5 0,125-12 0,-117-11 0,-1 1 0,-97 18 46,38 3 0,-16 0-1503,-34-3-5369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36:01.980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0 24575,'0'0'0,"12"0"0,24 0 0,12 4 0,15-1 0,7 1 0,7 2 0,-2-1 0,-1 0 0,-5-1 0,-6-2 0,-8-1 0,-4 3 0,2 0 0,-5-1 0,-1 3 0,1-1 0,4 3 0,-3-1 0,4-1 0,0 1 0,0 0 0,0-2 0,0 2 0,-1-2 0,-4 0 0,-4-2 0,0-1 0,-7-1 0,-5 3 0,-2 0 0,-4-1 0,-3 0 0,0-2 0,-1 0 0,-1 0 0,1-1 0,0 0 0,-1 0 0,-1 0 0,-1 0 0,-1 0 0,0 0 0,-1 0 0,0 0 0,-1 0 0,1 0 0,0 3 0,0 0 0,0 1 0,-1 2 0,1 0 0,0-2 0,0 3 0,3-1 0,1-1 0,-1-2 0,-3-1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36:06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24575,'0'3'0,"0"9"0,3 12 0,1 4 0,-1 6 0,0 1 0,-1-4 0,0 0 0,-2-3 0,1-4 0,-1 0 0,-1-1 0,4-1 0,1-2 0,-1-2 0,0-3-8191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36:07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24575,'3'0'0,"3"0"0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36:12.02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075.47241"/>
      <inkml:brushProperty name="anchorY" value="-1201.02393"/>
      <inkml:brushProperty name="scaleFactor" value="0.5"/>
    </inkml:brush>
  </inkml:definitions>
  <inkml:trace contextRef="#ctx0" brushRef="#br0">0 319 24575,'0'0'0,"0"-3"0,0-5 0,3 1 0,1-2 0,3-3 0,2 1 0,4 3 0,1-5 0,2-1 0,1 2 0,4-1 0,3-5 0,4-3 0,-1-2 0,2 1 0,1-3 0,-1-2 0,-4 1 0,-2 5 0,-2 5 0,-6 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37:47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24575,'154'-2'0,"164"4"0,-291 1 0,0 1 0,47 14 0,-49-10 0,1-2 0,1-1 0,29 2 0,116 10 0,-61-1 0,-76-9 0,-1-2 0,50 1 0,893-7-1365,-960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38:0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1162 332 24575,'-34'30'0,"-73"52"0,4-5 0,-87 86 0,13 33 0,171-188 0,-37 46 0,4 2 0,1 1 0,-57 123 0,-52 202 0,96-237 0,15-45 0,-43 185 0,73-252 0,1 1 0,0 65 0,5-84 0,2 0 0,-1 0 0,2 0 0,0 0 0,1 0 0,0-1 0,2 0 0,-1 0 0,10 15 0,120 170 0,-73-115 0,189 248 0,12 17 0,-78-104 0,-153-207 0,3-2 0,1-1 0,2-2 0,46 31 0,-25-26 0,2-3 0,2-3 0,115 43 0,213 41 0,-131-55-146,2-11-1,528 31 0,-463-76 1,0-13-1,344-56 0,-571 51 201,-2-5 0,-1-4 0,131-48-1,-187 54-13,-1-2-1,0-2 1,-2-1-1,0-2 1,-1-2-1,-2-1 1,0-2-1,-2-1 1,-1-2-1,30-38 1,-31 28 3,-1-1 0,-3-1 0,-1-2 1,29-71-1,-29 50-32,-4 0 1,26-126-1,-31 77-16,-5 0 0,-5-1 0,-13-211 0,-5 212 5,-4 1 0,-5 0 0,-5 1 0,-5 1 0,-5 2 0,-71-155 0,64 181 0,-2 2 0,-4 3 0,-4 1 0,-3 3 0,-3 2 0,-4 3 0,-2 2 0,-111-90 0,-37-3 0,-268-154 0,418 280 0,-2 3 0,-1 2 0,-1 3 0,-2 3 0,0 3 0,-1 3 0,-75-9 0,-399-67 0,367 59 0,-2 8 0,-199-6 0,-288 26 0,515 14 0,-1 6 0,-208 45 0,220-28 0,-203 55 0,303-72 0,1 2 0,1 1 0,0 1 0,1 3 0,1 1 0,-49 38 0,74-50 0,-1 1 0,2 0 0,0 0 0,-11 15 0,17-22 0,1 1 0,0 0 0,-1-1 0,1 1 0,0 0 0,1 0 0,-1 0 0,1 0 0,0 1 0,0-1 0,0 0 0,0 0 0,1 1 0,0-1 0,0 1 0,0-1 0,1 6 0,0-8 0,-1 0 0,1 0 0,-1-1 0,1 1 0,0 0 0,0-1 0,0 1 0,0-1 0,0 1 0,0-1 0,1 1 0,-1-1 0,0 0 0,1 0 0,-1 0 0,1 1 0,3 0 0,30 8 0,-30-9 0,-1 0 0,1 0 0,0 0 0,-1 1 0,1 0 0,-1-1 0,7 5 0,0 3 0,0 0 0,0 1 0,-1 0 0,0 1 0,-1 0 0,-1 0 0,1 1 0,6 14 0,49 111 0,-34-68 0,7 25 0,-35-92-48,-1 0 0,0-1-1,1 1 1,-1 0-1,1-1 1,0 1 0,0-1-1,-1 1 1,1-1 0,0 0-1,0 1 1,3 0 0,-2-1-689,5 4-6089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57:18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1850 24575,'1'-10'-8274,"1"0"3737,8-20 3552,-2 8 2617,-1-1-1007,11-38 1920,33-73 0,-44 118-1900,1 0 0,0 1 0,2 0 0,-1 0 0,2 1 0,0 0 0,1 1-1,0 0 1,22-17 0,-26 25-645,0-1 0,1 2 0,0-1 0,-1 1 0,2 0 0,-1 1 0,0 0 0,1 1 0,19-3 0,-22 4 0,-1 1 0,1 0 0,0 0 0,0 1 0,0 0 0,0 0 0,0 0 0,-1 1 0,1 0 0,-1 0 0,1 1 0,-1-1 0,0 2 0,11 6 0,28 24 0,2-3 0,1-1 0,1-3 0,1-1 0,2-3 0,0-2 0,56 14 0,-93-31 0,50 16 0,-60-18 0,0 1 0,0-1 0,-1 1 0,1 0 0,0 1 0,-1-1 0,0 1 0,0 0 0,7 9 0,8 17 0,-2 0 0,-1 1 0,-2 1 0,-1 1 0,14 52 0,-10-33 0,140 533 0,-34-130 0,-121-447 0,3 6 0,-1 1 0,2-2 0,0 1 0,15 23 0,-20-35 0,0 0 0,1 1 0,0-1 0,0 0 0,-1 0 0,1 0 0,0-1 0,1 1 0,-1 0 0,0-1 0,0 1 0,1-1 0,-1 0 0,1 0 0,-1 0 0,1 0 0,-1 0 0,1 0 0,0-1 0,-1 1 0,1-1 0,0 0 0,0 0 0,-1 0 0,1 0 0,0 0 0,-1-1 0,1 1 0,0-1 0,-1 0 0,1 0 0,-1 0 0,4-1 0,16-9 0,0-2 0,-1 0 0,35-29 0,52-56 0,-86 77 0,87-89 0,103-133 0,71-141 0,-216 283 0,-5-3 0,-4-3 0,69-175 0,-15 11 0,-108 262 0,0 0 0,1 0 0,0 0 0,1 1 0,0 0 0,0 0 0,0 1 0,1 0 0,0 0 0,1 0 0,0 1 0,0 0 0,12-7 0,-6 5 0,0 1 0,1 0 0,0 1 0,-1 1 0,2 0 0,-1 1 0,28-3 0,-26 5 0,0 0 0,1 1 0,-1 1 0,0 1 0,0 0 0,0 1 0,0 1 0,0 1 0,0 0 0,-1 1 0,0 1 0,27 13 0,-9 3 0,-1 0 0,0 2 0,-2 2 0,-1 1 0,-2 1 0,0 1 0,-2 2 0,22 33 0,3 13 0,-4 1 0,52 120 0,-76-144 0,-2 2 0,-2 0 0,-3 2 0,8 59 0,-12-28 0,2 178 0,-14-174 0,18 120 0,-10-159 0,2-1 0,3-1 0,32 86 0,-42-130 0,1 0 0,0-1 0,0 1 0,1 0 0,-1-1 0,2 0 0,-1 0 0,1-1 0,8 8 0,-10-10 0,2-1 0,-1 1 0,0-1 0,1 0 0,-1-1 0,1 1 0,0-1 0,0 0 0,0 0 0,0-1 0,0 0 0,0 0 0,10 0 0,6-1 0,-1-1 0,0-1 0,1-1 0,-1-1 0,-1-1 0,23-7 0,116-54 0,-139 57 0,67-32 0,-2-4 0,-2-3 0,120-93 0,-154 102 0,-2-3 0,-2-2 0,-2-1 0,-2-3 0,-2-1 0,50-82 0,-48 56 0,-2-2 0,-4-1 0,-4-3 0,38-148 0,-46 141 0,54-131 0,-39 102 0,-27 82 0,0 0 0,31-63 0,-29 73 0,1 2 0,0-1 0,24-25 0,-32 42 0,0 0 0,1 1 0,0 0 0,0 0 0,1 1 0,0 0 0,0 0 0,0 1 0,0-1 0,1 2 0,-1-1 0,1 2 0,14-4 0,0 2 0,1 1 0,-1 1 0,1 1 0,0 2 0,43 5 0,-50-3 0,0 1 0,0 0 0,0 1 0,-1 1 0,0 1 0,0 0 0,0 1 0,23 16 0,-8 1 0,-1 1 0,-1 1 0,-1 2 0,-2 0 0,42 63 0,-4 2 0,89 181 0,13 121 0,-126-285 0,69 170 0,-90-239 0,3 0 0,1-2 0,2 0 0,41 49 0,-58-80 0,-1-1 0,1 0 0,0 0 0,1-1 0,-1 0 0,2 0 0,-1-1 0,12 5 0,-18-9 0,0-1 0,1 0 0,-1 0 0,0 0 0,1 0 0,-1-1 0,1 1 0,-1-1 0,1 0 0,0 0 0,-1 0 0,1 0 0,-1-1 0,1 1 0,-1-1 0,0 0 0,1 0 0,-1-1 0,0 1 0,1 0 0,-1-1 0,0 0 0,0 0 0,0 0 0,-1 0 0,1 0 0,0-1 0,4-5 0,6-9 0,0 0 0,0-1 0,13-29 0,17-25 0,451-745-680,-155 64 510,-62-25 204,-250 696 238,3 2 0,45-85 0,-73 161-272,1 0 0,-1 0 0,1 0 0,0 0 0,0 1 0,0 0 0,0-1 0,1 1 0,0 1 0,-1-1 0,1 0 0,0 1 0,0 0 0,0 0 0,1 0 0,-1 0 0,0 1 0,1-1 0,-1 1 0,1 0 0,-1 1 0,1-1 0,8 1 0,7 1 0,0 1 0,-1 1 0,1 0 0,24 9 0,-15-5 0,25 6 0,0 2 0,81 36 0,-116-42 0,0 0 0,0 2 0,-1 1 0,-1 0 0,0 1 0,-1 0 0,0 2 0,-1 0 0,0 1 0,12 18 0,-3 3 0,-1 1 0,-2 1 0,21 56 0,36 132 0,-24-61 0,-22-82 0,3-2 0,4-1 0,75 115 0,-73-135 0,15 21 0,73 146 0,73 283 0,-196-489 0,-5-18 0,-1 0 0,1 0 0,0 0 0,0 0 0,1 0 0,-1-1 0,1 1 0,0-1 0,0 1 0,0-1 0,3 4 0,-4-7 0,-1 1 0,1-1 0,0 0 0,0 1 0,0-1 0,0 0 0,0 0 0,0 0 0,0 1 0,0-1 0,0 0 0,0 0 0,0-1 0,0 1 0,0 0 0,0 0 0,0 0 0,0-1 0,1 0 0,19 0 0,-15 3 0,-1 0 0,1 0 0,0 1 0,-1 0 0,0 1 0,0-1 0,0 1 0,7 7 0,36 40 0,-29-29 0,278 340 0,-19 19 0,-242-330 0,68 88 0,89 136 0,-179-253 0,18 27 0,-3 2 0,-2 1 0,-2 1 0,20 62 0,-44-111 0,0-1 0,0 0 0,0 0 0,1 0 0,-1 0 0,1 0 0,3 5 0,-4-8 0,-1 1 0,0-1 0,0 0 0,1 0 0,-1 1 0,0-1 0,1 0 0,-1 0 0,0 1 0,1-1 0,-1 0 0,0 0 0,1 0 0,-1 0 0,0 0 0,1 0 0,-1 0 0,0 1 0,1-1 0,-1 0 0,0 0 0,1 0 0,-1 0 0,1-1 0,-1 1 0,0 0 0,1 0 0,9-14 0,-6-3 0,0 1 0,-1-1 0,-1 0 0,-1 1 0,0-1 0,-2-20 0,3-42 0,10-19 7,37-149-1,48-94-375,-72 260 104,186-597 130,36 12 146,-227 619 138,3 0 0,2 1 0,2 1 0,34-41 0,-25 35-149,-21 29 0,1 0 0,1 1 0,25-24 0,-35 39 0,-1 1 0,1-1 0,0 1 0,1 1 0,-1 0 0,1 0 0,0 0 0,0 1 0,0 0 0,0 1 0,0-1 0,1 2 0,-1-1 0,15 0 0,-6 3 0,0 0 0,0 1 0,0 1 0,-1 1 0,1 0 0,-1 1 0,0 1 0,-1 0 0,1 1 0,-1 1 0,23 16 0,9 9 0,-2 1 0,47 48 0,-31-21 0,-3 3 0,-3 2 0,-2 3 0,-4 2 0,43 81 0,174 403 0,-111-215 0,-50-103 0,-56-122 0,87 153 0,-103-215 0,3-2 0,53 60 0,-82-104 0,1 1 0,0-2 0,0 1 0,0-1 0,1 0 0,13 6 0,-18-10 0,0 0 0,0 0 0,1 0 0,-1-1 0,1 1 0,0-1 0,-1 0 0,1-1 0,0 1 0,-1-1 0,1 0 0,0 0 0,0 0 0,-1-1 0,1 1 0,4-2 0,-7 1 0,1-1 0,-1 1 0,-1 0 0,1-1 0,0 1 0,0-1 0,0 0 0,-1 1 0,1-1 0,-1 0 0,1 0 0,-1 0 0,0 0 0,0 0 0,0 0 0,0-1 0,0 1 0,0 0 0,-1 0 0,1-1 0,0-3 0,1-9 0,-1 1 0,0-23 0,0 8 0,3 1 0,0 1 0,2-1 0,17-48 0,41-73 0,-34 84 0,-15 26 0,-1 0 0,-2 0 0,11-64 0,5-125 0,-22 172 0,16-182 0,63-431 0,-70 615 0,2 0 0,2 1 0,42-81 0,-60 132 0,-1 1 0,1-1 0,0 1 0,0 0 0,-1-1 0,1 1 0,0 0 0,0 0 0,0-1 0,1 1 0,-1 0 0,0 0 0,0 0 0,1 0 0,-1 1 0,0-1 0,1 0 0,-1 0 0,1 1 0,-1-1 0,1 1 0,-1-1 0,2 1 0,0 0 0,0 0 0,-1 0 0,1 1 0,0-1 0,-1 1 0,1 0 0,-1-1 0,1 1 0,-1 0 0,0 1 0,1-1 0,3 3 0,7 6 0,-1 1 0,0 0 0,18 22 0,-20-22 0,283 331 0,-226-256 0,-5 3 0,57 109 0,-103-164 0,-1 1 0,10 38 0,6 16 0,9 8 0,5-2 0,62 99 0,-103-189-93,-2 0 130,1 0 1,0-1-1,1 0 1,-1 1-1,6 4 0,-8-9-82,-1 1 0,1 0-1,0-1 1,0 1 0,0-1-1,0 1 1,0-1 0,0 0-1,0 1 1,0-1 0,0 0-1,0 1 1,0-1 0,0 0-1,0 0 1,0 0 0,0 0-1,0 0 1,0 0-1,0-1 1,0 1 0,0 0-1,0 0 1,0-1 0,0 1-1,0 0 1,0-1 0,0 1-1,0-1 1,0 0 0,0 1-1,1-2 1,17-17-6781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57:30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9042 24575,'0'-28'0,"8"-254"0,-3 235 0,1 1 0,3 0 0,1 0 0,17-45 0,-1 22 0,2 1 0,3 0 0,74-116 0,-99 177 0,0 0 0,1 0 0,-1 0 0,2 1 0,-1 0 0,1 1 0,-1 0 0,1 0 0,1 0 0,13-4 0,7-3 0,56-13 0,-2 5 0,1 3 0,114-7 0,-163 22 0,-1 1 0,1 2 0,-1 2 0,1 1 0,-1 2 0,0 1 0,-1 1 0,58 23 0,-52-12 0,-1 1 0,-1 2 0,48 38 0,92 90 0,-83-68 0,-75-66 0,0-1 0,1-1 0,1 0 0,0-2 0,1 0 0,0-2 0,1 0 0,0-1 0,0-2 0,1 0 0,0-2 0,0 0 0,1-2 0,36 1 0,168-11 0,-197 3 0,0-1 0,0-2 0,0 0 0,-1-3 0,31-12 0,-54 18 0,-1 1 0,1-2 0,0 1 0,-1-1 0,0 0 0,0 0 0,-1-1 0,1 0 0,-1 0 0,0 0 0,6-11 0,-4 5 0,-2-1 0,0 0 0,0 0 0,-1-1 0,-1 1 0,3-15 0,76-372 0,-16 64 0,-40 213 0,-4 13 0,61-175 0,-71 250 0,49-110 0,-53 129 0,0 0 0,1 0 0,1 1 0,1 1 0,0 0 0,21-19 0,-21 23 0,0 1 0,1 0 0,0 1 0,0 0 0,0 1 0,1 0 0,0 2 0,27-8 0,-17 8 0,0 0 0,1 3 0,-1 0 0,43 2 0,15 6 0,-1 3 0,105 26 0,156 60 0,-2-1 0,-195-60 0,486 90 0,-552-117 0,0-4 0,88-8 0,-153 4 0,-1-2 0,1 1 0,-1-2 0,1 0 0,-1-1 0,0 0 0,-1-1 0,1 0 0,17-13 0,10-9 0,49-46 0,-52 43 0,-20 16 0,0 0 0,-1-1 0,-1-1 0,0 0 0,-1-1 0,-1 0 0,-1-1 0,-1-1 0,0 0 0,-1 0 0,-2-1 0,0 0 0,6-25 0,-2-19 0,-3-1 0,1-100 0,3-33 0,-5 138 0,19-72 0,-22 113 0,2-1 0,1 2 0,0-1 0,1 1 0,1 0 0,1 1 0,16-21 0,-20 31 0,1 0 0,0 1 0,0 0 0,0 0 0,1 1 0,0 0 0,0 0 0,0 1 0,1 1 0,0-1 0,13-3 0,9-1 0,0 1 0,44-4 0,4 2 0,1 4 0,0 3 0,-1 4 0,1 3 0,-1 4 0,0 3 0,0 4 0,-1 3 0,102 38 0,-55-6 0,225 77 0,-275-104 0,210 53 0,-251-70 0,1-1 0,-1-1 0,1-2 0,0-2 0,-1-1 0,43-7 0,-51 2 0,0-2 0,0 0 0,-1-1 0,-1-2 0,1-1 0,-2-1 0,42-28 0,-28 13 0,0-2 0,-2-1 0,54-63 0,-28 17 0,-4-2 0,-4-3 0,-3-3 0,-4-1 0,-4-3 0,40-115 0,-65 147 0,-2-1 0,-3 0 0,-3 0 0,-2-1 0,-3-1 0,-3-90 0,-5 0 0,1-171 0,3 302 0,1 1 0,0-1 0,1 1 0,1-1 0,1 1 0,0 0 0,2 1 0,9-21 0,-11 29 0,0-1 0,1 1 0,1 0 0,-1 1 0,1-1 0,1 1 0,-1 1 0,1-1 0,1 2 0,-1-1 0,1 1 0,0 0 0,1 1 0,-1 0 0,15-6 0,55-21 0,-50 19 0,2 0 0,52-13 0,-24 18 0,-1 3 0,1 2 0,88 8 0,-111-4 0,-21 0 0,-1 0 0,1 0 0,0 1 0,0 1 0,-1 1 0,18 6 0,-27-8 0,-1 0 0,1 1 0,-1-1 0,1 1 0,-1 0 0,0 0 0,0 0 0,0 1 0,-1 0 0,1-1 0,-1 1 0,0 0 0,0 1 0,0-1 0,-1 0 0,1 1 0,-1-1 0,0 1 0,0 0 0,-1 0 0,2 8 0,1 21 0,-2 0 0,-1-1 0,-6 67 0,-1 1 0,5-94 0,1-1 0,0 1 0,1 0 0,0 0 0,0-1 0,0 1 0,3 7 0,-3-12 0,0 1 0,0-1 0,1 0 0,-1 0 0,1 0 0,0 0 0,0 0 0,0-1 0,-1 1 0,1-1 0,1 1 0,-1-1 0,0 1 0,0-1 0,0 0 0,1 0 0,-1 0 0,1-1 0,-1 1 0,1 0 0,4 0 0,39 4 0,0-2 0,0-2 0,-1-2 0,70-10 0,9 0 0,-15 7 0,-56 4 0,-1-2 0,1-2 0,91-21 0,-124 19 0,-1-1 0,0-1 0,-1 0 0,0-2 0,-1 0 0,0-1 0,0 0 0,-1-2 0,0 0 0,15-17 0,-27 25 0,-1 0 0,1 0 0,-1-1 0,0 1 0,0-1 0,-1 0 0,1 0 0,-1 0 0,-1 0 0,1 0 0,-1-1 0,0 1 0,-1 0 0,1-1 0,-2-11 0,-1-7 0,-2 1 0,-13-45 0,2 4 0,-27-401 0,39 385 0,-1 18 0,-2-118 0,7 157 0,1 0 0,1 0 0,1 0 0,1 1 0,11-32 0,-11 43 0,0 1 0,1 0 0,0 1 0,1-1 0,0 1 0,1 0 0,0 1 0,0 0 0,1 0 0,0 1 0,1 0 0,0 1 0,0 0 0,0 0 0,1 1 0,0 0 0,1 1 0,-1 0 0,1 1 0,0 1 0,0 0 0,0 0 0,0 1 0,13 0 0,754-19 0,-660 30 0,124 26 0,-160-22 0,284 62 0,-202-38 0,247 25 0,-373-61 0,-1-2 0,1-1 0,-1-2 0,45-10 0,147-48 0,-218 59 0,0-1 0,0-1 0,-1 0 0,1-1 0,-1 0 0,0 0 0,-1-2 0,0 1 0,0-1 0,0 0 0,-1-1 0,-1 0 0,1-1 0,-1 0 0,-1 0 0,0-1 0,-1 1 0,11-23 0,0-8 0,-1 5 0,-1-1 0,-2-1 0,13-65 0,20-133 0,-35 191 0,3 1 0,1 0 0,26-50 0,-20 49 0,-14 29 0,0 0 0,1 1 0,0 0 0,1 0 0,16-18 0,-21 29 0,0 1 0,1 0 0,-1 0 0,1 0 0,0 0 0,-1 1 0,1 0 0,0 0 0,0 1 0,0-1 0,11-1 0,62-4 0,-68 6 0,155 2 0,268 33 0,-425-33 0,145 16 0,252 61 0,-323-51 0,105 51 0,54 18 0,-141-64 0,153 70 0,-2 14 0,-245-113 0,0 0 0,1-1 0,-1 0 0,0 0 0,1 0 0,-1-1 0,14 1 0,-18-2 0,0 0 0,0-1 0,0 1 0,0-1 0,0 1 0,0-1 0,0 0 0,0 1 0,0-1 0,0 0 0,-1 0 0,1-1 0,0 1 0,-1 0 0,1-1 0,-1 1 0,1-1 0,-1 1 0,0-1 0,1 1 0,-1-1 0,0 0 0,0 0 0,0 0 0,0 0 0,-1 0 0,1 1 0,0-1 0,0-4 0,3-17 0,-1 0 0,0-1 0,-2 1 0,-1-1 0,-3-26 0,1 0 0,-3-1206 0,7 731 0,-2 523 0,0-1 0,0 1 0,0-1 0,0 1 0,0 0 0,0-1 0,1 1 0,0 0 0,-1-1 0,1 1 0,0 0 0,0 0 0,1-3 0,0 4 0,-1 0 0,1 0 0,-1 0 0,1 0 0,0 0 0,-1 0 0,1 1 0,0-1 0,-1 0 0,1 1 0,0 0 0,0-1 0,0 1 0,-1 0 0,1 0 0,0 0 0,0 0 0,0 0 0,2 1 0,96 9 0,118 29 0,-54-8 0,119 24 0,-89-17 0,-183-35 0,0 0 0,0 0 0,-1 1 0,1 0 0,-1 1 0,0 1 0,0-1 0,0 1 0,15 14 0,1 3 0,42 50 0,-43-43 0,30 25 0,-15-19 0,62 56 0,-95-84 0,0 1 0,0 1 0,-1-1 0,0 1 0,-1 0 0,0 0 0,-1 1 0,0-1 0,0 1 0,2 13 0,3 8 0,46 104 0,-36-94 0,8 15-1365,-16-35-5461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57:45.52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4446.63721"/>
      <inkml:brushProperty name="anchorY" value="-1898.3053"/>
      <inkml:brushProperty name="scaleFactor" value="0.5"/>
    </inkml:brush>
  </inkml:definitions>
  <inkml:trace contextRef="#ctx0" brushRef="#br0">0 1865 24575,'0'0'0,"34"-30"-6553,13-8 3276,12-4 2084,8-8 4431,11-10-4425,10-4 3662,12-6-3048,14 2 4682,12-3-1378,19-7-3008,11-4 746,4 2-431,2 2-38,1 5 0,-2-6 0,-3 4 0,-7 1 0,-8-1 0,7 6 0,0-1 0,0 6 0,9-2 0,-4 4 0,-9 5 0,-3 9 0,-14 4 0,-13 8 0,-3 5 0,-9 0 0,-2 8 0,-2 1 0,5 3 0,2 4 0,8 5 0,-2 3 0,-1 4 0,6 5 0,-5 7 0,-6 4 0,-11 0 0,-5 3 0,-10 5 0,-7 2 0,-5 1 0,-3 4 0,2 0 0,11 0 0,0-2 0,9 2 0,9-5 0,13-1 0,14-1 0,18-5 0,12-5 0,6-4 0,1-3 0,-11-2 0,-6-6 0,-7-1 0,-2-5 0,2-7 0,15 1 0,11-2 0,7 3 0,0 3 0,10 4 0,-5-1 0,-5-2 0,-6 2 0,3-3 0,8 2 0,-3-2 0,0 2 0,0 2 0,3 3 0,-4 2 0,-10 1 0,3 2 0,-4 0 0,-3 0 0,-3 5 0,10 21 0,-31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57:49.972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6264.66699"/>
      <inkml:brushProperty name="anchorY" value="-1276.71277"/>
      <inkml:brushProperty name="scaleFactor" value="0.5"/>
    </inkml:brush>
  </inkml:definitions>
  <inkml:trace contextRef="#ctx0" brushRef="#br0">0 0 24575,'0'0'0,"29"0"0,70 12 0,39 14 0,54 5 0,16 1-1859,11-1 2390,-9-6-797,-15-3 266,-14 3 0,-9-6 0,-9-4 0,1 0 290,8-5-373,-2 1 125,2-2-42,-6-2 0,-17 1 0,-9-1 0,-4 3 382,-13-2-491,-8-1 164,4 2-55,0 3 938,3-2-1206,14 7 651,-1-2-454,-4-2 106,2-4-35,-6-3 0,4 1 0,-6-1 0,4 3 0,4 3 0,1 3 0,7 3 0,8 9 0,-1-1 0,-4-1 0,-7-4 0,-10-6 0,1-6 0,-11-4 0,-13-2 0,0-3 0,-2-1 0,0 0 0,10 0 0,13 0 0,9-4 0,17-4 0,14-12 0,6-5 0,0-10 0,-4-1 0,-8 2 0,-19 7 0,-21 3 0,-15 8 0,-3 6 0,1 4 0,-7 4 0,1-2 0,10 2 0,6-5 0,2-3 0,0 1 0,4-3 0,-3 2 0,-5 2 0,-12 3 0,-6 2 0,-5 2 0,-3 2 0,-10 0 0,4 0 0,0 1 0,7-1 0,5 1 0,11-1 0,-5 0 0,8-4 0,-8-5 0,-2 1 0,0-4 0,-3 1 0,3 3 0,3-3 0,6 3 0,4 1 0,9 3 0,2 1 0,3 2 0,7 0 0,6 1 0,-3 1 0,0-5 0,-15 0 0,-9 0 0,-5 1 0,-3 0 0,-5 6 0,-2 5 0,9 0 0,3 0 0,11-6 0,2-2 0,4-6 0,-1-1 0,-3-3 0,5-4 0,-6-3 0,-4-1 0,6 2 0,-5-1 0,-7 4 0,-7 3 0,-9 3 0,-1 4 0,-3 1 0,4 2 0,-1 0 0,0 1 0,-6 0 0,8-5 0,-17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0T06:57:52.36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2365.30273"/>
      <inkml:brushProperty name="anchorY" value="-2346.79858"/>
      <inkml:brushProperty name="scaleFactor" value="0.5"/>
    </inkml:brush>
  </inkml:definitions>
  <inkml:trace contextRef="#ctx0" brushRef="#br0">0 8973 24575,'0'0'0,"14"-4"0,36-22 0,23-21 0,32-21 0,21-17 0,19-12 0,17-8 0,5 1-1128,29-2 1450,16 5-483,8 4 161,0 8 0,-6 8 0,-5-5 0,5 0 0,5-5 0,9-5 0,16-7-1422,0-4 1829,0 2-611,-6 4 204,-11 1 0,-11 4 0,-2 3 0,-16 3 0,4-1-1022,-1 1 1314,-13 5-438,-4 2 146,-1 0 0,-12 1 0,-8 4 0,-12 8-308,-12 3 396,-8 4-132,3-3 44,11-4 0,-4 0 0,11-4 0,5-3 0,2-7 0,-5 2 0,-3-2 0,-5-4 0,-7 3 0,-4 1 0,4 0 0,-11 9 0,3 5 0,2 3 0,8 3 0,8 1 0,12 9 0,-2 5 0,11 0 0,-1 6 0,-3 6 0,25-3 0,22-8 0,26-10-547,15-6 704,-5 2-236,-44 7 79,-44 5 1319,-39 0-1696,-89 33 994,39-26 0,38-42-915,33-28 447,47-36-149,70-51-2165,87-51 2784,92-48-4589,51-19 5016,4 3-5392,8-3 5101,-32 31-1204,-46 39-2137,-26 27 3311,-31 28-1621,-36 34 1049,-27 27-230,-24 22 1672,-28 20-2051,-32 21 684,-18 14 3022,-20 6-4178,-20 5 1392,-23 6-464,-15 5 3713,-16 1-4774,-11 4 4983,-12 1-4891,-9 3 3701,-15 1-3374,-9 1 1885,-11 5-1506,-8 1 394,-10 0-131,-5 3 0,-2 3 0,-4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ADCAB-EAFF-4316-9E25-CC5328CAFB23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66D22-814F-492B-952B-68C146A7BD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1694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D564CC-31F1-41BA-882B-401AB6E4A7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65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E2D0-FFBF-FA6F-845E-BD395CC85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08D1D-31A9-4A1C-69B7-8E2395C35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0A033-4C9F-B03C-A682-CBA6DD94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7F77A-6754-2423-3B03-638C6E27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69385-63F8-E652-AA44-667601643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1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8ECF-8BCA-8541-3FED-F7D9670F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AF992-6CE8-8093-F22F-9B7711F6C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919E5-D85F-96DE-7657-11F2D9B8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34BAE-D6BC-E7A7-9994-74206CAE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BDE9F-A020-70F3-6C08-DE8AD25D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958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EBADD-C65A-FAFE-BE6A-538724B3B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9CEBD-7D86-6E16-4639-E20BE7B0D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E1B15-F7CD-E9B3-64F9-20274F69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6BF45-D6CE-A341-2FB9-1F9F0619F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6301C-3BCC-3E53-454B-F1C050D9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7819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15F7A-4704-F6D4-0538-2E780C61E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AD518-E200-7371-B7A5-A5255BDCC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6E04D-F57F-FF79-DCE9-1843B43B5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23DBE-AFCC-9688-CA0B-B05ECE4C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E8E5A-000C-716E-908B-51DEBA38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5230B-3128-7890-C24D-7054CA0C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1867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3714-B370-29CC-5056-E38EDB9D8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E386F-704B-D301-6CC6-682339B50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EAE48-C1D8-FB7A-C187-63CFCDFEE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3D999-A36C-621F-7984-1213797C27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670584-34AB-D6F8-47C3-53B5BF666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8AC4D9-FE68-D3B7-70F6-97A44B27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E1721-0782-CA3D-ED98-8EB8D88F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7188A-71C2-CB43-1EC7-3E73582C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262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4080D-18BF-FFD8-8E61-F6D7A648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4260F-9D3B-84F7-DED2-74055694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8005D-9352-1AE0-4D8D-ED8F49789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08F0F-A1C1-821A-4BD9-863B46AE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5653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71909C-6602-86A0-4A02-0B535493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F9056-1771-6666-F0D2-B1679BF8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B037F-67FD-90B3-9B31-AC43CD75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7860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60353-829A-E456-4390-A4E7EDBC9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64D35-E831-C75A-DA95-B1EEDE148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D7D8E-B3BA-0A43-59EA-BF6293015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9E126-3499-BDB9-60E1-74D690CC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D8D6F-C8E4-377B-00AB-53DF5F5B7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3339C-F0BC-9020-6C83-69E99D573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736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4428-33D2-5E53-D2F4-15E1356C4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7CC47-2A98-4D90-3465-AF156D963C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2701B-459A-C05C-9129-7DFE76F9B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E3D19-0F9D-4899-4821-64817110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587A7-2135-0BCF-D3D8-112E067D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6EB85-47BF-ADAD-7C58-246D674A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335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990A-3A9D-2340-5588-0A69EFD7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554B0-1A93-2C38-9A1C-96A8622AD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7320-6A52-0825-381E-31B76C4F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14A28-CBDD-49F5-D71E-6F90A2973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584C-8476-C3CD-540A-D15F4BE9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4545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1B3BC1-ADD0-A4D0-E538-D682EC7C5B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8195A-E67C-F8B6-A9B9-864A50407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14454-2F38-4F13-A31E-D4B455FC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5410A-6E1C-5CE7-F0EB-E2D80981C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107F4-2503-2DE4-8ABF-55FA0540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987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5A72-C22A-C60B-1598-E650BF68D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3334BC-9F69-DBA5-23AE-7B42A985E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087FC-A56D-70AD-53E7-CEE252EF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DE807-EF01-2C8E-8467-9E8AE346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EF424-9AB4-D7B7-A112-8D9E6D28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4114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23D6D-DA0A-525D-44E7-8466CB764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98433-E2F6-6AB2-56E1-4BAFCCB95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600A2-EEB4-513B-020C-D974FB52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DF22E-F512-FCA1-29B4-9891C8B4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FDE34-2687-6EEC-B550-E0180B7D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5885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DC11-D0D1-22C8-C025-56ADF3F4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31B60-091B-1224-C3F7-A16C75A5D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D9178-EF57-4A2A-F8BC-9BFBC62C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FC94C-94BA-9979-4E4A-60F82934B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1D3EC-2B89-9D06-C40B-2987AE67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8490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BCCF-86EC-842E-6D17-75DA7448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783DD-B847-5896-E18D-FCA26F2B5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B1962-75F4-4903-09D8-A88FC2D42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8650E-8DE2-8D2A-D0FC-0764CF86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59FC5-7A4C-F420-EE1D-CA824A32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F250D-8D42-E898-F101-2FD8C4E0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8780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4C8E-F982-FABD-53D9-F79564036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C6003-5DA3-D00F-7AD9-92DC438AE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BFB0D-67C1-95D8-6EA0-D2C41DF4D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88354-69BF-DFDC-F11E-FA3C74B07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2EC2A-02AA-8B08-E076-E7A0A9EC7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FE447-E415-F128-4370-630AAB31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251B7-0D11-7801-2F81-5E9E5526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3613E-B528-E900-7A68-395CD6164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2222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AF3B-82D9-2DD8-3054-248530D9B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DC27AB-6DD8-F6E4-810B-94FC50AE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B9C60-4C00-244E-D81F-B8BD74F05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A9284-A314-EBDB-64E6-C7B8DCE2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381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0B992-186A-125D-018C-15F377AE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72FC2-753D-0A2E-0C23-737DD645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D1EB6-EEC9-E67C-62AD-5F56B573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07828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5658-20A8-9265-15EA-CBA0B670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6E5A2-0A82-9B5F-6D79-47CF14FBA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CF0CB-E2C3-CAC1-BAC9-CA2527CD0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E1D72-2023-06E7-501D-96712C10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AEA01-8D51-AA73-67B7-20D567D4C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7AED8-5117-DB33-B5D1-84A979EED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0910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0839-1A2B-2B5A-335B-34662C09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739D7-9111-D3F4-14FD-7BB86AAAE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72A54-163D-5569-A47F-280BAE9DD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1AD2B-CF0A-800F-0211-B0D20F32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47CEE-E8AD-5C04-363D-1B99F590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ABFAA-35CB-004F-07FE-D715DA0E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47140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B85B9-B95B-80B6-DCA9-F1F9E302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A2902-AF75-2D42-D941-C793A5198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387E8-EB01-EBA7-60D6-EADB550E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484D5-0D13-8540-3A31-EED5694D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122DE-158F-5A62-776A-21BDA3331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58422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11B61-EA1A-15FA-3DAC-4C2B5E504B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4724A-6FD0-9A20-2966-0D14EC556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6B453-EB16-F625-1F79-5568005B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A7D76-720D-8C9B-AAAF-600F90E9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C6F57-3474-501B-FCAB-AF9EBA2E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538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50ADA-B50A-5044-ACF9-2724F906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4C7B7-BD0A-41A2-9219-234D3A926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CC835-0F86-8C89-4736-6FEA0D92A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B3E7E-22E6-4419-B25E-071D37C6316E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97058-8AB1-AE08-8529-9AE506253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57E49-4522-D005-1C6B-22B36018AA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2ABF3-6486-4A00-AECE-60F8655841B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846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2DFB8-532D-73EF-B444-DCFD114C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DA5FA-4691-A910-5F40-8E3654CFE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1AF16-C90B-2741-58B9-8A75A5E90F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4AD46-CD73-4CD4-8D0B-5450A4FFD57F}" type="datetimeFigureOut">
              <a:rPr lang="en-ID" smtClean="0"/>
              <a:t>22/06/2023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AB6A3-9FD2-9705-AAC7-62CF8CAF1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D5BE4-DA7A-C06A-8F6F-364A89142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61447-37B9-40CB-9610-A2BA6DB59F2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2208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0.png"/><Relationship Id="rId18" Type="http://schemas.openxmlformats.org/officeDocument/2006/relationships/customXml" Target="../ink/ink9.xml"/><Relationship Id="rId3" Type="http://schemas.openxmlformats.org/officeDocument/2006/relationships/image" Target="../media/image5.png"/><Relationship Id="rId21" Type="http://schemas.openxmlformats.org/officeDocument/2006/relationships/image" Target="../media/image14.png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9.png"/><Relationship Id="rId24" Type="http://schemas.openxmlformats.org/officeDocument/2006/relationships/customXml" Target="../ink/ink12.xm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10" Type="http://schemas.openxmlformats.org/officeDocument/2006/relationships/customXml" Target="../ink/ink5.xml"/><Relationship Id="rId19" Type="http://schemas.openxmlformats.org/officeDocument/2006/relationships/image" Target="../media/image13.png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sky, outdoor, ground, person&#10;&#10;Description automatically generated">
            <a:extLst>
              <a:ext uri="{FF2B5EF4-FFF2-40B4-BE49-F238E27FC236}">
                <a16:creationId xmlns:a16="http://schemas.microsoft.com/office/drawing/2014/main" id="{E83391A9-9B5B-6801-0E68-5F0F2DBBB2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16" r="8801"/>
          <a:stretch/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B707A-94E3-8B31-9438-BF86DD77D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2275610"/>
            <a:ext cx="8011300" cy="1227208"/>
          </a:xfrm>
        </p:spPr>
        <p:txBody>
          <a:bodyPr>
            <a:normAutofit/>
          </a:bodyPr>
          <a:lstStyle/>
          <a:p>
            <a:pPr algn="l"/>
            <a:r>
              <a:rPr lang="en-US" sz="3900" b="1" dirty="0">
                <a:solidFill>
                  <a:schemeClr val="bg1"/>
                </a:solidFill>
              </a:rPr>
              <a:t>Applied of Machine Learning</a:t>
            </a:r>
            <a:br>
              <a:rPr lang="en-US" sz="3900" b="1" dirty="0">
                <a:solidFill>
                  <a:schemeClr val="bg1"/>
                </a:solidFill>
              </a:rPr>
            </a:br>
            <a:r>
              <a:rPr lang="en-US" sz="3900" b="1" dirty="0">
                <a:solidFill>
                  <a:schemeClr val="bg1"/>
                </a:solidFill>
              </a:rPr>
              <a:t>to predict Coal production</a:t>
            </a:r>
            <a:endParaRPr lang="en-ID" sz="39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4D56F-2529-FBC1-E1A9-8B9818624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en-ID" sz="2000" dirty="0">
                <a:solidFill>
                  <a:schemeClr val="bg1"/>
                </a:solidFill>
              </a:rPr>
              <a:t>Coal Production in PT. Bukit </a:t>
            </a:r>
            <a:r>
              <a:rPr lang="en-ID" sz="2000" dirty="0" err="1">
                <a:solidFill>
                  <a:schemeClr val="bg1"/>
                </a:solidFill>
              </a:rPr>
              <a:t>Asam</a:t>
            </a:r>
            <a:endParaRPr lang="en-ID" sz="2000" dirty="0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4DB7C92-471B-BF62-023F-27B15CA2F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56" y="148499"/>
            <a:ext cx="2053331" cy="577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9DF729-25D8-53EF-DC52-46CD260CB6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266" t="25148" r="10552" b="26172"/>
          <a:stretch/>
        </p:blipFill>
        <p:spPr>
          <a:xfrm>
            <a:off x="2921176" y="140724"/>
            <a:ext cx="2303328" cy="6012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064572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160F-0E7B-EF44-F90C-8B5B2358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95" y="187711"/>
            <a:ext cx="10850374" cy="472697"/>
          </a:xfrm>
        </p:spPr>
        <p:txBody>
          <a:bodyPr>
            <a:noAutofit/>
          </a:bodyPr>
          <a:lstStyle/>
          <a:p>
            <a:r>
              <a:rPr lang="en-ID" sz="2800" b="1" dirty="0"/>
              <a:t>Parameter</a:t>
            </a:r>
          </a:p>
        </p:txBody>
      </p:sp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FE1159B1-B0D0-D4D1-025C-DB8B2D70E474}"/>
              </a:ext>
            </a:extLst>
          </p:cNvPr>
          <p:cNvSpPr/>
          <p:nvPr/>
        </p:nvSpPr>
        <p:spPr>
          <a:xfrm>
            <a:off x="70338" y="1029206"/>
            <a:ext cx="2430580" cy="375660"/>
          </a:xfrm>
          <a:prstGeom prst="chevro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3E45E27-9662-3E45-CF84-80A8181D2660}"/>
              </a:ext>
            </a:extLst>
          </p:cNvPr>
          <p:cNvSpPr/>
          <p:nvPr/>
        </p:nvSpPr>
        <p:spPr>
          <a:xfrm>
            <a:off x="94795" y="1408638"/>
            <a:ext cx="2226374" cy="22646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Customer Name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Volume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Kualitas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Batubara yang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dipesan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Lokasi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kirim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Penerimaan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Order &amp; Receive Time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Price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Penjualan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Tanjung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Enim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269875" marR="0" lvl="1" indent="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PLTU BA, PTSB, BPI</a:t>
            </a:r>
          </a:p>
          <a:p>
            <a:pPr marL="269875" marR="0" lvl="1" indent="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FOT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Incoterm (in Port):</a:t>
            </a:r>
          </a:p>
          <a:p>
            <a:pPr marL="269875" marR="0" lvl="1" indent="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CIF</a:t>
            </a:r>
          </a:p>
          <a:p>
            <a:pPr marL="269875" marR="0" lvl="1" indent="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CFR</a:t>
            </a:r>
          </a:p>
          <a:p>
            <a:pPr marL="269875" marR="0" lvl="1" indent="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FOB</a:t>
            </a:r>
          </a:p>
          <a:p>
            <a:pPr marL="269875" marR="0" lvl="1" indent="936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Lainnya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Arrow: Chevron 108">
            <a:extLst>
              <a:ext uri="{FF2B5EF4-FFF2-40B4-BE49-F238E27FC236}">
                <a16:creationId xmlns:a16="http://schemas.microsoft.com/office/drawing/2014/main" id="{2233A47D-69A9-1070-99DD-0082302DF83B}"/>
              </a:ext>
            </a:extLst>
          </p:cNvPr>
          <p:cNvSpPr/>
          <p:nvPr/>
        </p:nvSpPr>
        <p:spPr>
          <a:xfrm>
            <a:off x="2368060" y="1029206"/>
            <a:ext cx="3118339" cy="375660"/>
          </a:xfrm>
          <a:prstGeom prst="chevro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Production &amp; Inventory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3B7B62E-D8ED-0124-FA7E-8661BAA6D561}"/>
              </a:ext>
            </a:extLst>
          </p:cNvPr>
          <p:cNvSpPr/>
          <p:nvPr/>
        </p:nvSpPr>
        <p:spPr>
          <a:xfrm>
            <a:off x="2388271" y="1404866"/>
            <a:ext cx="2917376" cy="24208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Stock Based on Quality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Stock in Temporary Stockpile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Stock in Stockpile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Stock in Port Stockpile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Stock in TLS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Stock in Moving Train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Stock in Port Train Station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Production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Production Volume Capacity  Per Area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Production Quality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Max Capacity of BWE (Bucket-wheel excavator)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Max Conveyor Capacity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Max Coal Mill</a:t>
            </a:r>
          </a:p>
          <a:p>
            <a:pPr marL="171450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Max Stockpile Capacity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Cost of Production</a:t>
            </a:r>
          </a:p>
        </p:txBody>
      </p:sp>
      <p:sp>
        <p:nvSpPr>
          <p:cNvPr id="111" name="Arrow: Chevron 110">
            <a:extLst>
              <a:ext uri="{FF2B5EF4-FFF2-40B4-BE49-F238E27FC236}">
                <a16:creationId xmlns:a16="http://schemas.microsoft.com/office/drawing/2014/main" id="{E4B80378-A982-9846-C946-D875E3B16B7D}"/>
              </a:ext>
            </a:extLst>
          </p:cNvPr>
          <p:cNvSpPr/>
          <p:nvPr/>
        </p:nvSpPr>
        <p:spPr>
          <a:xfrm>
            <a:off x="5372749" y="1029206"/>
            <a:ext cx="2034215" cy="375660"/>
          </a:xfrm>
          <a:prstGeom prst="chevro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Transportation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67C2257-33DD-F4D9-C00F-BF5A8CC7BAEB}"/>
              </a:ext>
            </a:extLst>
          </p:cNvPr>
          <p:cNvSpPr/>
          <p:nvPr/>
        </p:nvSpPr>
        <p:spPr>
          <a:xfrm>
            <a:off x="5391350" y="1408638"/>
            <a:ext cx="1824851" cy="12323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Transport Volume</a:t>
            </a:r>
          </a:p>
          <a:p>
            <a:pPr marL="265113" marR="0" lvl="0" indent="-84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 TLS Capacity</a:t>
            </a:r>
          </a:p>
          <a:p>
            <a:pPr marL="265113" marR="0" lvl="0" indent="-84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 Train Load Capacity</a:t>
            </a:r>
          </a:p>
          <a:p>
            <a:pPr marL="265113" marR="0" lvl="0" indent="-84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FF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Real Transport Volume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Jenis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Transportasi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Biaya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Transportasi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Waktu Transport</a:t>
            </a:r>
          </a:p>
        </p:txBody>
      </p:sp>
      <p:sp>
        <p:nvSpPr>
          <p:cNvPr id="114" name="Arrow: Chevron 113">
            <a:extLst>
              <a:ext uri="{FF2B5EF4-FFF2-40B4-BE49-F238E27FC236}">
                <a16:creationId xmlns:a16="http://schemas.microsoft.com/office/drawing/2014/main" id="{88D8BF40-A6DE-CE15-EFD1-4D0E85128220}"/>
              </a:ext>
            </a:extLst>
          </p:cNvPr>
          <p:cNvSpPr/>
          <p:nvPr/>
        </p:nvSpPr>
        <p:spPr>
          <a:xfrm>
            <a:off x="7298600" y="1025434"/>
            <a:ext cx="2224755" cy="375660"/>
          </a:xfrm>
          <a:prstGeom prst="chevro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 Processing 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4A89333-BAA8-40BA-6065-67AA6EC536C2}"/>
              </a:ext>
            </a:extLst>
          </p:cNvPr>
          <p:cNvSpPr/>
          <p:nvPr/>
        </p:nvSpPr>
        <p:spPr>
          <a:xfrm>
            <a:off x="7295935" y="1404867"/>
            <a:ext cx="2052708" cy="20679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Coal Volume Received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Coal Received Quality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Transport from Port to Mother Vessel</a:t>
            </a:r>
          </a:p>
          <a:p>
            <a:pPr marL="265113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 Port Stockpile</a:t>
            </a:r>
          </a:p>
          <a:p>
            <a:pPr marL="265113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 Port Conveyor</a:t>
            </a:r>
          </a:p>
          <a:p>
            <a:pPr marL="265113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Kapal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Tongkang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Vessel Transport Cost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Stock </a:t>
            </a:r>
            <a:r>
              <a:rPr kumimoji="0" lang="en-ID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Opname</a:t>
            </a: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Cost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Cost &amp; Income:</a:t>
            </a:r>
          </a:p>
          <a:p>
            <a:pPr marL="265113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Demurrage</a:t>
            </a:r>
          </a:p>
          <a:p>
            <a:pPr marL="265113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Detention</a:t>
            </a:r>
          </a:p>
          <a:p>
            <a:pPr marL="265113" marR="0" lvl="0" indent="-77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269875" algn="l"/>
              </a:tabLst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Despatch</a:t>
            </a:r>
          </a:p>
        </p:txBody>
      </p:sp>
      <p:sp>
        <p:nvSpPr>
          <p:cNvPr id="117" name="Arrow: Chevron 116">
            <a:extLst>
              <a:ext uri="{FF2B5EF4-FFF2-40B4-BE49-F238E27FC236}">
                <a16:creationId xmlns:a16="http://schemas.microsoft.com/office/drawing/2014/main" id="{EE829EEE-31E0-4137-0F72-8C9608A2915C}"/>
              </a:ext>
            </a:extLst>
          </p:cNvPr>
          <p:cNvSpPr/>
          <p:nvPr/>
        </p:nvSpPr>
        <p:spPr>
          <a:xfrm>
            <a:off x="9419491" y="1025434"/>
            <a:ext cx="2224755" cy="375660"/>
          </a:xfrm>
          <a:prstGeom prst="chevro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 Income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B6F3B6E-1CB9-2577-AB59-6D54190698C4}"/>
              </a:ext>
            </a:extLst>
          </p:cNvPr>
          <p:cNvSpPr/>
          <p:nvPr/>
        </p:nvSpPr>
        <p:spPr>
          <a:xfrm>
            <a:off x="9416826" y="1404868"/>
            <a:ext cx="2032380" cy="859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Volume Coal Sales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Coals Quality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Price</a:t>
            </a:r>
          </a:p>
          <a:p>
            <a:pPr marL="936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D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6697DE-34CE-9A14-D5F3-B493A349B27D}"/>
              </a:ext>
            </a:extLst>
          </p:cNvPr>
          <p:cNvSpPr/>
          <p:nvPr/>
        </p:nvSpPr>
        <p:spPr>
          <a:xfrm>
            <a:off x="3411453" y="5088580"/>
            <a:ext cx="1296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Market Brand (1)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D9E40E-5BC9-AC25-2AB4-587A8CD1AA56}"/>
              </a:ext>
            </a:extLst>
          </p:cNvPr>
          <p:cNvSpPr/>
          <p:nvPr/>
        </p:nvSpPr>
        <p:spPr>
          <a:xfrm>
            <a:off x="3411453" y="6018281"/>
            <a:ext cx="1296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Mine Brand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53ABD-ADCE-10BA-4A38-31D2C94F4F6E}"/>
              </a:ext>
            </a:extLst>
          </p:cNvPr>
          <p:cNvSpPr/>
          <p:nvPr/>
        </p:nvSpPr>
        <p:spPr>
          <a:xfrm>
            <a:off x="5518789" y="6018281"/>
            <a:ext cx="1296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4B645-10EF-29F1-AA20-9FCED48F7FAC}"/>
              </a:ext>
            </a:extLst>
          </p:cNvPr>
          <p:cNvSpPr/>
          <p:nvPr/>
        </p:nvSpPr>
        <p:spPr>
          <a:xfrm>
            <a:off x="7135939" y="6018281"/>
            <a:ext cx="831896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386C4-2CDE-8CDD-A7FF-2A091BFF42D6}"/>
              </a:ext>
            </a:extLst>
          </p:cNvPr>
          <p:cNvSpPr/>
          <p:nvPr/>
        </p:nvSpPr>
        <p:spPr>
          <a:xfrm>
            <a:off x="8173337" y="6018281"/>
            <a:ext cx="1296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Market Brand (2)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3DAC29-A300-4C22-A15B-40473E508C5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707453" y="6162281"/>
            <a:ext cx="811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B6B4CE-2D41-7B6F-9F66-27CE6F93455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814789" y="6162281"/>
            <a:ext cx="3211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ACEAB8-C566-8C6E-4C5C-9613EFC30B2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967835" y="6162281"/>
            <a:ext cx="2055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F4485AB-0FE1-534F-F58C-FA384B80FB3F}"/>
              </a:ext>
            </a:extLst>
          </p:cNvPr>
          <p:cNvSpPr/>
          <p:nvPr/>
        </p:nvSpPr>
        <p:spPr>
          <a:xfrm>
            <a:off x="5518789" y="5084143"/>
            <a:ext cx="1296000" cy="28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E918A8-38E9-3EEE-0EC1-F731252B1339}"/>
              </a:ext>
            </a:extLst>
          </p:cNvPr>
          <p:cNvCxnSpPr>
            <a:stCxn id="3" idx="3"/>
            <a:endCxn id="14" idx="1"/>
          </p:cNvCxnSpPr>
          <p:nvPr/>
        </p:nvCxnSpPr>
        <p:spPr>
          <a:xfrm flipV="1">
            <a:off x="4707453" y="5228143"/>
            <a:ext cx="811336" cy="4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59170438-ED2D-BAC7-798B-C9FD306F07A2}"/>
              </a:ext>
            </a:extLst>
          </p:cNvPr>
          <p:cNvSpPr/>
          <p:nvPr/>
        </p:nvSpPr>
        <p:spPr>
          <a:xfrm>
            <a:off x="2312431" y="5472650"/>
            <a:ext cx="812129" cy="436417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Produksi</a:t>
            </a:r>
            <a:endParaRPr kumimoji="0" lang="en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CA9720D-A93F-9F37-8E0C-8BB88F2702F8}"/>
              </a:ext>
            </a:extLst>
          </p:cNvPr>
          <p:cNvCxnSpPr>
            <a:cxnSpLocks/>
            <a:stCxn id="21" idx="3"/>
            <a:endCxn id="3" idx="1"/>
          </p:cNvCxnSpPr>
          <p:nvPr/>
        </p:nvCxnSpPr>
        <p:spPr>
          <a:xfrm flipV="1">
            <a:off x="3124560" y="5232580"/>
            <a:ext cx="286893" cy="4582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DBE3002-1846-31FB-D627-75825A375167}"/>
              </a:ext>
            </a:extLst>
          </p:cNvPr>
          <p:cNvCxnSpPr>
            <a:cxnSpLocks/>
            <a:stCxn id="21" idx="3"/>
            <a:endCxn id="4" idx="1"/>
          </p:cNvCxnSpPr>
          <p:nvPr/>
        </p:nvCxnSpPr>
        <p:spPr>
          <a:xfrm>
            <a:off x="3124560" y="5690859"/>
            <a:ext cx="286893" cy="4714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Terminator 27">
            <a:extLst>
              <a:ext uri="{FF2B5EF4-FFF2-40B4-BE49-F238E27FC236}">
                <a16:creationId xmlns:a16="http://schemas.microsoft.com/office/drawing/2014/main" id="{F40D62DC-26A5-9C1F-DF3F-32A9820B4B30}"/>
              </a:ext>
            </a:extLst>
          </p:cNvPr>
          <p:cNvSpPr/>
          <p:nvPr/>
        </p:nvSpPr>
        <p:spPr>
          <a:xfrm>
            <a:off x="9949689" y="5016960"/>
            <a:ext cx="974783" cy="436417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Tanjung</a:t>
            </a:r>
            <a:r>
              <a:rPr kumimoji="0" lang="en-ID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D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Enim</a:t>
            </a:r>
            <a:endParaRPr kumimoji="0" lang="en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47A1BA-F842-4572-E3B4-4BE36022D4D9}"/>
              </a:ext>
            </a:extLst>
          </p:cNvPr>
          <p:cNvCxnSpPr>
            <a:stCxn id="14" idx="3"/>
            <a:endCxn id="28" idx="1"/>
          </p:cNvCxnSpPr>
          <p:nvPr/>
        </p:nvCxnSpPr>
        <p:spPr>
          <a:xfrm>
            <a:off x="6814789" y="5228143"/>
            <a:ext cx="3134900" cy="7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Terminator 31">
            <a:extLst>
              <a:ext uri="{FF2B5EF4-FFF2-40B4-BE49-F238E27FC236}">
                <a16:creationId xmlns:a16="http://schemas.microsoft.com/office/drawing/2014/main" id="{296139DB-2B85-514F-B260-5195A7FAE2D5}"/>
              </a:ext>
            </a:extLst>
          </p:cNvPr>
          <p:cNvSpPr/>
          <p:nvPr/>
        </p:nvSpPr>
        <p:spPr>
          <a:xfrm>
            <a:off x="9970386" y="5690858"/>
            <a:ext cx="974783" cy="436417"/>
          </a:xfrm>
          <a:prstGeom prst="flowChartTerminator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Eksport</a:t>
            </a:r>
            <a:endParaRPr kumimoji="0" lang="en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lowchart: Terminator 32">
            <a:extLst>
              <a:ext uri="{FF2B5EF4-FFF2-40B4-BE49-F238E27FC236}">
                <a16:creationId xmlns:a16="http://schemas.microsoft.com/office/drawing/2014/main" id="{DAD37D28-314A-49B5-5CA3-6DAE0572C275}"/>
              </a:ext>
            </a:extLst>
          </p:cNvPr>
          <p:cNvSpPr/>
          <p:nvPr/>
        </p:nvSpPr>
        <p:spPr>
          <a:xfrm>
            <a:off x="9970386" y="6233872"/>
            <a:ext cx="974783" cy="436417"/>
          </a:xfrm>
          <a:prstGeom prst="flowChartTerminator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Domestik</a:t>
            </a:r>
            <a:endParaRPr kumimoji="0" lang="en-ID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6524409-EBCE-3587-C9CE-BE3AF05669CF}"/>
              </a:ext>
            </a:extLst>
          </p:cNvPr>
          <p:cNvCxnSpPr>
            <a:stCxn id="7" idx="3"/>
            <a:endCxn id="32" idx="1"/>
          </p:cNvCxnSpPr>
          <p:nvPr/>
        </p:nvCxnSpPr>
        <p:spPr>
          <a:xfrm flipV="1">
            <a:off x="9469337" y="5909067"/>
            <a:ext cx="501049" cy="2532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3BE177-B5BF-8AE3-8276-46FBA01F023D}"/>
              </a:ext>
            </a:extLst>
          </p:cNvPr>
          <p:cNvCxnSpPr>
            <a:stCxn id="7" idx="3"/>
            <a:endCxn id="33" idx="1"/>
          </p:cNvCxnSpPr>
          <p:nvPr/>
        </p:nvCxnSpPr>
        <p:spPr>
          <a:xfrm>
            <a:off x="9469337" y="6162281"/>
            <a:ext cx="501049" cy="2898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Flowchart: Terminator 67">
            <a:extLst>
              <a:ext uri="{FF2B5EF4-FFF2-40B4-BE49-F238E27FC236}">
                <a16:creationId xmlns:a16="http://schemas.microsoft.com/office/drawing/2014/main" id="{75F3BACD-519C-4DF4-4FE8-363A8BD78C5D}"/>
              </a:ext>
            </a:extLst>
          </p:cNvPr>
          <p:cNvSpPr/>
          <p:nvPr/>
        </p:nvSpPr>
        <p:spPr>
          <a:xfrm>
            <a:off x="567615" y="5471623"/>
            <a:ext cx="812129" cy="436417"/>
          </a:xfrm>
          <a:prstGeom prst="flowChartTerminator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Demand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DF6AD9B-9A13-C0AB-847E-4715E4A49F57}"/>
              </a:ext>
            </a:extLst>
          </p:cNvPr>
          <p:cNvCxnSpPr>
            <a:stCxn id="68" idx="3"/>
            <a:endCxn id="21" idx="1"/>
          </p:cNvCxnSpPr>
          <p:nvPr/>
        </p:nvCxnSpPr>
        <p:spPr>
          <a:xfrm>
            <a:off x="1379744" y="5689832"/>
            <a:ext cx="932687" cy="1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F384DFA-555F-F1E7-2286-F543A0D223E8}"/>
              </a:ext>
            </a:extLst>
          </p:cNvPr>
          <p:cNvSpPr/>
          <p:nvPr/>
        </p:nvSpPr>
        <p:spPr>
          <a:xfrm>
            <a:off x="177271" y="4065797"/>
            <a:ext cx="2067165" cy="32853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for Production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A2E880-AD71-3939-1BF2-C94E08B94223}"/>
              </a:ext>
            </a:extLst>
          </p:cNvPr>
          <p:cNvSpPr/>
          <p:nvPr/>
        </p:nvSpPr>
        <p:spPr>
          <a:xfrm>
            <a:off x="2368060" y="4024640"/>
            <a:ext cx="2067165" cy="328531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for Transportation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D221FE-0F4D-5813-6BD3-E81DFE0245D9}"/>
              </a:ext>
            </a:extLst>
          </p:cNvPr>
          <p:cNvSpPr/>
          <p:nvPr/>
        </p:nvSpPr>
        <p:spPr>
          <a:xfrm>
            <a:off x="4558849" y="4024639"/>
            <a:ext cx="2067165" cy="328531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Available for Transportation</a:t>
            </a:r>
          </a:p>
        </p:txBody>
      </p:sp>
    </p:spTree>
    <p:extLst>
      <p:ext uri="{BB962C8B-B14F-4D97-AF65-F5344CB8AC3E}">
        <p14:creationId xmlns:p14="http://schemas.microsoft.com/office/powerpoint/2010/main" val="3009658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31BB-3BD7-6293-D6D9-4458C06B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" y="-5368"/>
            <a:ext cx="12181841" cy="365028"/>
          </a:xfrm>
          <a:solidFill>
            <a:srgbClr val="002060"/>
          </a:solidFill>
        </p:spPr>
        <p:txBody>
          <a:bodyPr>
            <a:normAutofit fontScale="90000"/>
          </a:bodyPr>
          <a:lstStyle/>
          <a:p>
            <a:r>
              <a:rPr lang="en-ID" sz="2000" b="1" dirty="0">
                <a:solidFill>
                  <a:schemeClr val="bg1"/>
                </a:solidFill>
              </a:rPr>
              <a:t>Coal Production Parameter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4B39AD51-536D-95D1-A86E-1EDB62387072}"/>
              </a:ext>
            </a:extLst>
          </p:cNvPr>
          <p:cNvSpPr/>
          <p:nvPr/>
        </p:nvSpPr>
        <p:spPr>
          <a:xfrm rot="16200000">
            <a:off x="101600" y="2686650"/>
            <a:ext cx="1534160" cy="1717040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3BBEEC-3AA5-6026-7ABA-B92B88639E3C}"/>
              </a:ext>
            </a:extLst>
          </p:cNvPr>
          <p:cNvSpPr txBox="1"/>
          <p:nvPr/>
        </p:nvSpPr>
        <p:spPr>
          <a:xfrm>
            <a:off x="317500" y="3314337"/>
            <a:ext cx="157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Coal </a:t>
            </a:r>
          </a:p>
          <a:p>
            <a:pPr algn="ctr"/>
            <a:r>
              <a:rPr lang="en-ID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Production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C27A8-5D08-B69E-C12D-A675F0464649}"/>
              </a:ext>
            </a:extLst>
          </p:cNvPr>
          <p:cNvSpPr/>
          <p:nvPr/>
        </p:nvSpPr>
        <p:spPr>
          <a:xfrm rot="5400000">
            <a:off x="11867359" y="3382987"/>
            <a:ext cx="369333" cy="32436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2976AF-1DF1-F20F-BCFF-0B36C60CFFCF}"/>
              </a:ext>
            </a:extLst>
          </p:cNvPr>
          <p:cNvCxnSpPr>
            <a:cxnSpLocks/>
            <a:stCxn id="15" idx="3"/>
            <a:endCxn id="16" idx="2"/>
          </p:cNvCxnSpPr>
          <p:nvPr/>
        </p:nvCxnSpPr>
        <p:spPr>
          <a:xfrm>
            <a:off x="1897380" y="3545170"/>
            <a:ext cx="9992463" cy="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F3CCE9E-D099-A3F7-5545-04BD352F4D45}"/>
              </a:ext>
            </a:extLst>
          </p:cNvPr>
          <p:cNvSpPr/>
          <p:nvPr/>
        </p:nvSpPr>
        <p:spPr>
          <a:xfrm rot="5400000">
            <a:off x="2618460" y="-100623"/>
            <a:ext cx="417874" cy="153340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D" dirty="0"/>
              <a:t>Man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F46377-5463-859C-CBB4-760149EEB807}"/>
              </a:ext>
            </a:extLst>
          </p:cNvPr>
          <p:cNvSpPr/>
          <p:nvPr/>
        </p:nvSpPr>
        <p:spPr>
          <a:xfrm>
            <a:off x="2065656" y="3421908"/>
            <a:ext cx="373380" cy="236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3449F34-8427-9F9F-B6FA-92E440805291}"/>
              </a:ext>
            </a:extLst>
          </p:cNvPr>
          <p:cNvCxnSpPr>
            <a:stCxn id="24" idx="1"/>
            <a:endCxn id="21" idx="2"/>
          </p:cNvCxnSpPr>
          <p:nvPr/>
        </p:nvCxnSpPr>
        <p:spPr>
          <a:xfrm rot="10800000">
            <a:off x="2060694" y="666081"/>
            <a:ext cx="4962" cy="2874037"/>
          </a:xfrm>
          <a:prstGeom prst="bentConnector3">
            <a:avLst>
              <a:gd name="adj1" fmla="val 46070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39D5DB3-3DD2-7171-7FF8-D11029DAB2E3}"/>
              </a:ext>
            </a:extLst>
          </p:cNvPr>
          <p:cNvSpPr/>
          <p:nvPr/>
        </p:nvSpPr>
        <p:spPr>
          <a:xfrm rot="5400000">
            <a:off x="6029303" y="-100623"/>
            <a:ext cx="417874" cy="153340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D" dirty="0"/>
              <a:t>Machine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99B540-CAB0-25F8-2B3C-9BB2A750D92C}"/>
              </a:ext>
            </a:extLst>
          </p:cNvPr>
          <p:cNvSpPr/>
          <p:nvPr/>
        </p:nvSpPr>
        <p:spPr>
          <a:xfrm>
            <a:off x="5470784" y="3421908"/>
            <a:ext cx="373380" cy="236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D622485-EF4C-6B2D-937F-1D09DD9547C1}"/>
              </a:ext>
            </a:extLst>
          </p:cNvPr>
          <p:cNvCxnSpPr>
            <a:stCxn id="28" idx="1"/>
            <a:endCxn id="27" idx="2"/>
          </p:cNvCxnSpPr>
          <p:nvPr/>
        </p:nvCxnSpPr>
        <p:spPr>
          <a:xfrm rot="10800000" flipH="1">
            <a:off x="5470783" y="666081"/>
            <a:ext cx="753" cy="2874037"/>
          </a:xfrm>
          <a:prstGeom prst="bentConnector3">
            <a:avLst>
              <a:gd name="adj1" fmla="val -303585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9A872E8-A769-5D3D-D611-512EBBF71355}"/>
              </a:ext>
            </a:extLst>
          </p:cNvPr>
          <p:cNvSpPr/>
          <p:nvPr/>
        </p:nvSpPr>
        <p:spPr>
          <a:xfrm rot="5400000">
            <a:off x="9405341" y="-100623"/>
            <a:ext cx="417874" cy="153340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D" dirty="0"/>
              <a:t>Material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D32D6B-ACFC-EFD2-AA54-F254CF0317A1}"/>
              </a:ext>
            </a:extLst>
          </p:cNvPr>
          <p:cNvSpPr/>
          <p:nvPr/>
        </p:nvSpPr>
        <p:spPr>
          <a:xfrm>
            <a:off x="8910830" y="3425718"/>
            <a:ext cx="373380" cy="236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445182FE-4C19-E224-8243-300BEFDD90BA}"/>
              </a:ext>
            </a:extLst>
          </p:cNvPr>
          <p:cNvCxnSpPr>
            <a:cxnSpLocks/>
          </p:cNvCxnSpPr>
          <p:nvPr/>
        </p:nvCxnSpPr>
        <p:spPr>
          <a:xfrm rot="10800000">
            <a:off x="8859151" y="666081"/>
            <a:ext cx="63255" cy="2877847"/>
          </a:xfrm>
          <a:prstGeom prst="bentConnector3">
            <a:avLst>
              <a:gd name="adj1" fmla="val 3613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07D9F20-9987-122E-0F06-84A7CDE9F2CC}"/>
              </a:ext>
            </a:extLst>
          </p:cNvPr>
          <p:cNvSpPr/>
          <p:nvPr/>
        </p:nvSpPr>
        <p:spPr>
          <a:xfrm rot="5400000">
            <a:off x="2617705" y="5657891"/>
            <a:ext cx="417874" cy="153340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D" dirty="0"/>
              <a:t>Method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B34C7F-B0B7-A992-7FA3-13E170E672DC}"/>
              </a:ext>
            </a:extLst>
          </p:cNvPr>
          <p:cNvSpPr/>
          <p:nvPr/>
        </p:nvSpPr>
        <p:spPr>
          <a:xfrm>
            <a:off x="2067560" y="3415385"/>
            <a:ext cx="373380" cy="2364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380CAF0-7E13-82A3-EBCE-8E4E749A2BB5}"/>
              </a:ext>
            </a:extLst>
          </p:cNvPr>
          <p:cNvCxnSpPr>
            <a:stCxn id="34" idx="1"/>
            <a:endCxn id="33" idx="2"/>
          </p:cNvCxnSpPr>
          <p:nvPr/>
        </p:nvCxnSpPr>
        <p:spPr>
          <a:xfrm rot="10800000" flipV="1">
            <a:off x="2059940" y="3533594"/>
            <a:ext cx="7621" cy="2891000"/>
          </a:xfrm>
          <a:prstGeom prst="bentConnector3">
            <a:avLst>
              <a:gd name="adj1" fmla="val 29996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BD216E2-0F82-AF4D-6554-CAE3E17D0E4B}"/>
              </a:ext>
            </a:extLst>
          </p:cNvPr>
          <p:cNvSpPr/>
          <p:nvPr/>
        </p:nvSpPr>
        <p:spPr>
          <a:xfrm rot="5400000">
            <a:off x="6033489" y="5657891"/>
            <a:ext cx="417874" cy="153340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D" dirty="0"/>
              <a:t>Environment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AAF8F64-1C1F-24C7-731B-F4784B58222D}"/>
              </a:ext>
            </a:extLst>
          </p:cNvPr>
          <p:cNvSpPr/>
          <p:nvPr/>
        </p:nvSpPr>
        <p:spPr>
          <a:xfrm>
            <a:off x="5471914" y="3425055"/>
            <a:ext cx="373380" cy="236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1149122-32A8-A8EC-B2C6-3FAFE0566798}"/>
              </a:ext>
            </a:extLst>
          </p:cNvPr>
          <p:cNvCxnSpPr>
            <a:stCxn id="41" idx="1"/>
            <a:endCxn id="40" idx="2"/>
          </p:cNvCxnSpPr>
          <p:nvPr/>
        </p:nvCxnSpPr>
        <p:spPr>
          <a:xfrm rot="10800000" flipH="1" flipV="1">
            <a:off x="5471913" y="3543264"/>
            <a:ext cx="3809" cy="2881330"/>
          </a:xfrm>
          <a:prstGeom prst="bentConnector3">
            <a:avLst>
              <a:gd name="adj1" fmla="val -60015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6203BA5-65EC-2577-AF1A-9BBBE83796DC}"/>
              </a:ext>
            </a:extLst>
          </p:cNvPr>
          <p:cNvSpPr/>
          <p:nvPr/>
        </p:nvSpPr>
        <p:spPr>
          <a:xfrm rot="5400000">
            <a:off x="9423379" y="5634712"/>
            <a:ext cx="417874" cy="153340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ID" dirty="0"/>
              <a:t>Money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BFE092B-202A-A0A9-5B8E-37E343857D94}"/>
              </a:ext>
            </a:extLst>
          </p:cNvPr>
          <p:cNvSpPr/>
          <p:nvPr/>
        </p:nvSpPr>
        <p:spPr>
          <a:xfrm>
            <a:off x="8920344" y="3422788"/>
            <a:ext cx="373380" cy="236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977835E1-A879-931C-0583-87D7B8771214}"/>
              </a:ext>
            </a:extLst>
          </p:cNvPr>
          <p:cNvCxnSpPr>
            <a:stCxn id="44" idx="1"/>
            <a:endCxn id="43" idx="2"/>
          </p:cNvCxnSpPr>
          <p:nvPr/>
        </p:nvCxnSpPr>
        <p:spPr>
          <a:xfrm rot="10800000" flipV="1">
            <a:off x="8865614" y="3540997"/>
            <a:ext cx="54731" cy="2860418"/>
          </a:xfrm>
          <a:prstGeom prst="bentConnector3">
            <a:avLst>
              <a:gd name="adj1" fmla="val 4176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C8D1D09-1B99-64A2-CBEE-C6BDE3FCAF0C}"/>
              </a:ext>
            </a:extLst>
          </p:cNvPr>
          <p:cNvSpPr/>
          <p:nvPr/>
        </p:nvSpPr>
        <p:spPr>
          <a:xfrm>
            <a:off x="2044410" y="875017"/>
            <a:ext cx="3096534" cy="2483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39C03E6-1C36-58AE-B981-AC6D25ABF77F}"/>
              </a:ext>
            </a:extLst>
          </p:cNvPr>
          <p:cNvSpPr/>
          <p:nvPr/>
        </p:nvSpPr>
        <p:spPr>
          <a:xfrm>
            <a:off x="2067560" y="3722672"/>
            <a:ext cx="3096534" cy="2483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B2BECB8-D0C3-3924-1E5F-1DF13E0B32AB}"/>
              </a:ext>
            </a:extLst>
          </p:cNvPr>
          <p:cNvSpPr/>
          <p:nvPr/>
        </p:nvSpPr>
        <p:spPr>
          <a:xfrm>
            <a:off x="5456676" y="3737849"/>
            <a:ext cx="3096534" cy="2483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E65D581-E75C-8165-F495-D10BC2B38FEF}"/>
              </a:ext>
            </a:extLst>
          </p:cNvPr>
          <p:cNvSpPr/>
          <p:nvPr/>
        </p:nvSpPr>
        <p:spPr>
          <a:xfrm>
            <a:off x="8861028" y="3705586"/>
            <a:ext cx="3096534" cy="2483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D1A0C2C-24DF-6525-14DC-AB00AA1953F2}"/>
              </a:ext>
            </a:extLst>
          </p:cNvPr>
          <p:cNvSpPr/>
          <p:nvPr/>
        </p:nvSpPr>
        <p:spPr>
          <a:xfrm>
            <a:off x="5470783" y="881801"/>
            <a:ext cx="3096534" cy="2483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758CD64-34AE-A568-2016-951E0F88147C}"/>
              </a:ext>
            </a:extLst>
          </p:cNvPr>
          <p:cNvSpPr/>
          <p:nvPr/>
        </p:nvSpPr>
        <p:spPr>
          <a:xfrm>
            <a:off x="8827602" y="893661"/>
            <a:ext cx="3096534" cy="2483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D1B61D-770D-6A25-CE21-8BD69C7E914A}"/>
              </a:ext>
            </a:extLst>
          </p:cNvPr>
          <p:cNvSpPr txBox="1"/>
          <p:nvPr/>
        </p:nvSpPr>
        <p:spPr>
          <a:xfrm>
            <a:off x="2067560" y="893661"/>
            <a:ext cx="3000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Jumlah</a:t>
            </a: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 Tenaga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Kerja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Skill/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Tingkatan</a:t>
            </a: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 Tenaga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Kerja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K3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323F9A5-8A27-9222-D4E8-9F12F63ED372}"/>
              </a:ext>
            </a:extLst>
          </p:cNvPr>
          <p:cNvSpPr txBox="1"/>
          <p:nvPr/>
        </p:nvSpPr>
        <p:spPr>
          <a:xfrm>
            <a:off x="5484576" y="898194"/>
            <a:ext cx="30008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Jenis</a:t>
            </a: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 Alat/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Mesin</a:t>
            </a: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 yang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digunakan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Jumlah</a:t>
            </a: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alat</a:t>
            </a: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 yang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digunakan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Temporary Stockpile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Conveyor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Stockpile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TLS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Moving Train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Port Capacity</a:t>
            </a:r>
          </a:p>
          <a:p>
            <a:pPr marL="228600" indent="-228600">
              <a:buFont typeface="+mj-lt"/>
              <a:buAutoNum type="arabicPeriod"/>
            </a:pP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B5A5C1-6D10-A9D7-7AEA-8496EA2D4F18}"/>
              </a:ext>
            </a:extLst>
          </p:cNvPr>
          <p:cNvSpPr txBox="1"/>
          <p:nvPr/>
        </p:nvSpPr>
        <p:spPr>
          <a:xfrm>
            <a:off x="8848935" y="1005495"/>
            <a:ext cx="3000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Product Name Batubara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Kalori</a:t>
            </a: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batubara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Jumlah</a:t>
            </a: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cadangan</a:t>
            </a: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batubara</a:t>
            </a:r>
            <a:endParaRPr lang="en-ID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35E387-1A72-909E-E941-E9C7953587B6}"/>
              </a:ext>
            </a:extLst>
          </p:cNvPr>
          <p:cNvSpPr txBox="1"/>
          <p:nvPr/>
        </p:nvSpPr>
        <p:spPr>
          <a:xfrm>
            <a:off x="2034541" y="3734514"/>
            <a:ext cx="30008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Data Stockpile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Data Rehandling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Jarak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Angkut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Target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Produksi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Target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Penjualan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097483-3830-9F03-6FF4-D8B5CE89219E}"/>
              </a:ext>
            </a:extLst>
          </p:cNvPr>
          <p:cNvSpPr txBox="1"/>
          <p:nvPr/>
        </p:nvSpPr>
        <p:spPr>
          <a:xfrm>
            <a:off x="5452868" y="3768550"/>
            <a:ext cx="3000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Holiday Season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Curah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Hujan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Issue Social Masyarakat</a:t>
            </a:r>
          </a:p>
          <a:p>
            <a:pPr marL="228600" indent="-228600">
              <a:buFont typeface="+mj-lt"/>
              <a:buAutoNum type="arabicPeriod"/>
            </a:pP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FA1B6E-5089-A902-0842-CDF00BFF3F3B}"/>
              </a:ext>
            </a:extLst>
          </p:cNvPr>
          <p:cNvSpPr txBox="1"/>
          <p:nvPr/>
        </p:nvSpPr>
        <p:spPr>
          <a:xfrm>
            <a:off x="8838174" y="3729837"/>
            <a:ext cx="30008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Target </a:t>
            </a:r>
            <a:r>
              <a:rPr lang="en-ID" sz="1000" b="1" dirty="0" err="1">
                <a:latin typeface="Verdana" panose="020B0604030504040204" pitchFamily="34" charset="0"/>
                <a:ea typeface="Verdana" panose="020B0604030504040204" pitchFamily="34" charset="0"/>
              </a:rPr>
              <a:t>Keuangan</a:t>
            </a:r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58775" lvl="1" indent="-277813">
              <a:buFont typeface="Wingdings" panose="05000000000000000000" pitchFamily="2" charset="2"/>
              <a:buChar char="q"/>
            </a:pPr>
            <a:r>
              <a:rPr lang="en-ID" sz="1000" dirty="0">
                <a:latin typeface="Verdana" panose="020B0604030504040204" pitchFamily="34" charset="0"/>
                <a:ea typeface="Verdana" panose="020B0604030504040204" pitchFamily="34" charset="0"/>
              </a:rPr>
              <a:t>Target Revenue</a:t>
            </a:r>
          </a:p>
          <a:p>
            <a:pPr marL="358775" lvl="1" indent="-277813">
              <a:buFont typeface="Wingdings" panose="05000000000000000000" pitchFamily="2" charset="2"/>
              <a:buChar char="q"/>
            </a:pPr>
            <a:r>
              <a:rPr lang="en-ID" sz="1000" dirty="0">
                <a:latin typeface="Verdana" panose="020B0604030504040204" pitchFamily="34" charset="0"/>
                <a:ea typeface="Verdana" panose="020B0604030504040204" pitchFamily="34" charset="0"/>
              </a:rPr>
              <a:t>Target Net Income</a:t>
            </a:r>
          </a:p>
          <a:p>
            <a:pPr marL="228600" indent="-228600">
              <a:buFont typeface="+mj-lt"/>
              <a:buAutoNum type="arabicPeriod"/>
            </a:pPr>
            <a:r>
              <a:rPr lang="en-ID" sz="1000" b="1" dirty="0"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</a:p>
          <a:p>
            <a:pPr marL="358775" lvl="1" indent="-277813">
              <a:buFont typeface="Wingdings" panose="05000000000000000000" pitchFamily="2" charset="2"/>
              <a:buChar char="q"/>
            </a:pPr>
            <a:r>
              <a:rPr lang="en-ID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Kurs</a:t>
            </a:r>
            <a:r>
              <a:rPr lang="en-ID" sz="1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D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Harian</a:t>
            </a:r>
            <a:r>
              <a:rPr lang="en-ID" sz="1000" dirty="0"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en-ID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Bulanan</a:t>
            </a:r>
            <a:endParaRPr lang="en-ID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58775" lvl="1" indent="-277813">
              <a:buFont typeface="Wingdings" panose="05000000000000000000" pitchFamily="2" charset="2"/>
              <a:buChar char="q"/>
            </a:pPr>
            <a:r>
              <a:rPr lang="en-ID" sz="1000" dirty="0">
                <a:latin typeface="Verdana" panose="020B0604030504040204" pitchFamily="34" charset="0"/>
                <a:ea typeface="Verdana" panose="020B0604030504040204" pitchFamily="34" charset="0"/>
              </a:rPr>
              <a:t>Harga Batubara ICI dan GCI</a:t>
            </a:r>
          </a:p>
          <a:p>
            <a:pPr marL="80962" lvl="1"/>
            <a:endParaRPr lang="en-ID" sz="1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58775" lvl="1" indent="-277813">
              <a:buFont typeface="Wingdings" panose="05000000000000000000" pitchFamily="2" charset="2"/>
              <a:buChar char="q"/>
            </a:pPr>
            <a:endParaRPr lang="en-ID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018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160F-0E7B-EF44-F90C-8B5B2358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70" y="181413"/>
            <a:ext cx="10515600" cy="472697"/>
          </a:xfrm>
        </p:spPr>
        <p:txBody>
          <a:bodyPr>
            <a:normAutofit fontScale="90000"/>
          </a:bodyPr>
          <a:lstStyle/>
          <a:p>
            <a:r>
              <a:rPr lang="en-ID" dirty="0"/>
              <a:t>How to get </a:t>
            </a:r>
            <a:r>
              <a:rPr lang="en-ID" dirty="0" err="1"/>
              <a:t>Presprective</a:t>
            </a:r>
            <a:r>
              <a:rPr lang="en-ID" dirty="0"/>
              <a:t>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6D581C-ED5B-750C-FC18-9AA309EBFC87}"/>
              </a:ext>
            </a:extLst>
          </p:cNvPr>
          <p:cNvSpPr/>
          <p:nvPr/>
        </p:nvSpPr>
        <p:spPr>
          <a:xfrm>
            <a:off x="453967" y="2092268"/>
            <a:ext cx="1406005" cy="75132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/>
              <a:t>Demand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E0BFAA-22C5-A406-A645-C5CD60FC31C7}"/>
              </a:ext>
            </a:extLst>
          </p:cNvPr>
          <p:cNvSpPr/>
          <p:nvPr/>
        </p:nvSpPr>
        <p:spPr>
          <a:xfrm>
            <a:off x="2968105" y="900710"/>
            <a:ext cx="1529311" cy="100950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/>
              <a:t>Stock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/>
              <a:t>Volume </a:t>
            </a:r>
            <a:r>
              <a:rPr lang="en-ID" sz="1200" dirty="0" err="1"/>
              <a:t>Produksi</a:t>
            </a:r>
            <a:endParaRPr lang="en-ID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 err="1"/>
              <a:t>Jenis</a:t>
            </a:r>
            <a:r>
              <a:rPr lang="en-ID" sz="1200" dirty="0"/>
              <a:t> Batubara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/>
              <a:t>Waktu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/>
              <a:t>Jarak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7A1418-F5A6-37F1-65DE-8306075ADC83}"/>
              </a:ext>
            </a:extLst>
          </p:cNvPr>
          <p:cNvSpPr/>
          <p:nvPr/>
        </p:nvSpPr>
        <p:spPr>
          <a:xfrm>
            <a:off x="2987270" y="3577896"/>
            <a:ext cx="1529311" cy="46917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sz="1600" dirty="0"/>
              <a:t>Harga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F274443-3224-E80A-3752-FA8CC10ABD7C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>
          <a:xfrm flipV="1">
            <a:off x="1859972" y="1405463"/>
            <a:ext cx="1108133" cy="10624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B076B3D-207C-253D-6260-2939BF26FCB0}"/>
              </a:ext>
            </a:extLst>
          </p:cNvPr>
          <p:cNvCxnSpPr>
            <a:stCxn id="4" idx="6"/>
            <a:endCxn id="6" idx="1"/>
          </p:cNvCxnSpPr>
          <p:nvPr/>
        </p:nvCxnSpPr>
        <p:spPr>
          <a:xfrm>
            <a:off x="1859972" y="2467929"/>
            <a:ext cx="1127298" cy="13445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iamond 14">
            <a:extLst>
              <a:ext uri="{FF2B5EF4-FFF2-40B4-BE49-F238E27FC236}">
                <a16:creationId xmlns:a16="http://schemas.microsoft.com/office/drawing/2014/main" id="{0E74933A-7115-31F8-355D-4BE68ED922CB}"/>
              </a:ext>
            </a:extLst>
          </p:cNvPr>
          <p:cNvSpPr/>
          <p:nvPr/>
        </p:nvSpPr>
        <p:spPr>
          <a:xfrm>
            <a:off x="4786748" y="278915"/>
            <a:ext cx="3004942" cy="225301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sz="1200" b="1" dirty="0" err="1"/>
              <a:t>Kapasitas</a:t>
            </a:r>
            <a:r>
              <a:rPr lang="en-ID" sz="1200" b="1" dirty="0"/>
              <a:t> </a:t>
            </a:r>
            <a:r>
              <a:rPr lang="en-ID" sz="1200" b="1" dirty="0" err="1"/>
              <a:t>Produksi</a:t>
            </a:r>
            <a:endParaRPr lang="en-ID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44B3C2-7933-158B-3FA1-7D3911A7CB4A}"/>
              </a:ext>
            </a:extLst>
          </p:cNvPr>
          <p:cNvSpPr txBox="1"/>
          <p:nvPr/>
        </p:nvSpPr>
        <p:spPr>
          <a:xfrm>
            <a:off x="5464934" y="2935603"/>
            <a:ext cx="829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 err="1"/>
              <a:t>Terpenuhi</a:t>
            </a:r>
            <a:endParaRPr lang="en-ID" sz="12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FC89A1-1B16-5A60-4527-7E47B08562EF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 flipV="1">
            <a:off x="4497416" y="1405423"/>
            <a:ext cx="289332" cy="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EA00CB7-1C71-83F0-BFF0-75EC275A71B4}"/>
              </a:ext>
            </a:extLst>
          </p:cNvPr>
          <p:cNvSpPr/>
          <p:nvPr/>
        </p:nvSpPr>
        <p:spPr>
          <a:xfrm>
            <a:off x="5436180" y="3536897"/>
            <a:ext cx="1706081" cy="4691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sz="1600" dirty="0"/>
              <a:t>Hasil </a:t>
            </a:r>
            <a:r>
              <a:rPr lang="en-ID" sz="1600" dirty="0" err="1"/>
              <a:t>Produksi</a:t>
            </a:r>
            <a:r>
              <a:rPr lang="en-ID" sz="1600" dirty="0"/>
              <a:t> Net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7E64A5-D7CF-2A2E-F247-2A0CB7E90C9B}"/>
              </a:ext>
            </a:extLst>
          </p:cNvPr>
          <p:cNvSpPr txBox="1"/>
          <p:nvPr/>
        </p:nvSpPr>
        <p:spPr>
          <a:xfrm>
            <a:off x="7382294" y="746619"/>
            <a:ext cx="1278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Terpenuhi</a:t>
            </a:r>
            <a:endParaRPr lang="en-ID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3DC995-574F-5E2F-AC19-C21B55564C08}"/>
              </a:ext>
            </a:extLst>
          </p:cNvPr>
          <p:cNvSpPr/>
          <p:nvPr/>
        </p:nvSpPr>
        <p:spPr>
          <a:xfrm>
            <a:off x="8341453" y="1010858"/>
            <a:ext cx="2462584" cy="7661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sz="1400" dirty="0" err="1"/>
              <a:t>Menambah</a:t>
            </a:r>
            <a:r>
              <a:rPr lang="en-ID" sz="1400" dirty="0"/>
              <a:t> </a:t>
            </a:r>
            <a:r>
              <a:rPr lang="en-ID" sz="1400" dirty="0" err="1"/>
              <a:t>Kapasitas</a:t>
            </a:r>
            <a:r>
              <a:rPr lang="en-ID" sz="1400" dirty="0"/>
              <a:t> </a:t>
            </a:r>
            <a:r>
              <a:rPr lang="en-ID" sz="1400" dirty="0" err="1"/>
              <a:t>Produksi</a:t>
            </a:r>
            <a:endParaRPr lang="en-ID" sz="1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0DE303-16B8-0238-724F-F37938F4BB2C}"/>
              </a:ext>
            </a:extLst>
          </p:cNvPr>
          <p:cNvCxnSpPr>
            <a:cxnSpLocks/>
            <a:stCxn id="15" idx="3"/>
            <a:endCxn id="36" idx="1"/>
          </p:cNvCxnSpPr>
          <p:nvPr/>
        </p:nvCxnSpPr>
        <p:spPr>
          <a:xfrm flipV="1">
            <a:off x="7791690" y="1393957"/>
            <a:ext cx="549763" cy="11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43061192-987F-1C96-221D-502681F04A22}"/>
              </a:ext>
            </a:extLst>
          </p:cNvPr>
          <p:cNvSpPr/>
          <p:nvPr/>
        </p:nvSpPr>
        <p:spPr>
          <a:xfrm>
            <a:off x="8021407" y="4397091"/>
            <a:ext cx="1706080" cy="4691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sz="1600" dirty="0"/>
              <a:t>COGS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AB164DF8-68CD-CE8D-A3ED-FAB03AB32304}"/>
              </a:ext>
            </a:extLst>
          </p:cNvPr>
          <p:cNvCxnSpPr>
            <a:cxnSpLocks/>
            <a:stCxn id="15" idx="2"/>
            <a:endCxn id="28" idx="0"/>
          </p:cNvCxnSpPr>
          <p:nvPr/>
        </p:nvCxnSpPr>
        <p:spPr>
          <a:xfrm rot="16200000" flipH="1">
            <a:off x="5786737" y="3034412"/>
            <a:ext cx="1004967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1AFDA893-D7A3-4EB2-3D2D-263C23A2F668}"/>
              </a:ext>
            </a:extLst>
          </p:cNvPr>
          <p:cNvCxnSpPr>
            <a:cxnSpLocks/>
            <a:stCxn id="36" idx="2"/>
            <a:endCxn id="28" idx="0"/>
          </p:cNvCxnSpPr>
          <p:nvPr/>
        </p:nvCxnSpPr>
        <p:spPr>
          <a:xfrm rot="5400000">
            <a:off x="7051063" y="1015214"/>
            <a:ext cx="1759841" cy="3283524"/>
          </a:xfrm>
          <a:prstGeom prst="bentConnector3">
            <a:avLst>
              <a:gd name="adj1" fmla="val 806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66DDFD17-961A-D6E5-207F-4083B7DB078D}"/>
              </a:ext>
            </a:extLst>
          </p:cNvPr>
          <p:cNvCxnSpPr>
            <a:cxnSpLocks/>
            <a:stCxn id="15" idx="2"/>
            <a:endCxn id="28" idx="0"/>
          </p:cNvCxnSpPr>
          <p:nvPr/>
        </p:nvCxnSpPr>
        <p:spPr>
          <a:xfrm rot="16200000" flipH="1">
            <a:off x="5786737" y="3034412"/>
            <a:ext cx="1004967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12EFDAC3-35E7-457E-75BE-02748169677D}"/>
              </a:ext>
            </a:extLst>
          </p:cNvPr>
          <p:cNvCxnSpPr>
            <a:cxnSpLocks/>
            <a:stCxn id="15" idx="2"/>
            <a:endCxn id="82" idx="0"/>
          </p:cNvCxnSpPr>
          <p:nvPr/>
        </p:nvCxnSpPr>
        <p:spPr>
          <a:xfrm rot="16200000" flipH="1">
            <a:off x="6649253" y="2171896"/>
            <a:ext cx="1865161" cy="2585228"/>
          </a:xfrm>
          <a:prstGeom prst="bentConnector3">
            <a:avLst>
              <a:gd name="adj1" fmla="val 355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893B90F-7F58-24BB-603D-4901F0E02B19}"/>
              </a:ext>
            </a:extLst>
          </p:cNvPr>
          <p:cNvSpPr/>
          <p:nvPr/>
        </p:nvSpPr>
        <p:spPr>
          <a:xfrm>
            <a:off x="5436179" y="4409749"/>
            <a:ext cx="1706080" cy="4691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sz="1600" dirty="0"/>
              <a:t>Revenue</a:t>
            </a:r>
          </a:p>
        </p:txBody>
      </p: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D4DAC8BD-46B7-83CF-6A16-8CDE523B30E9}"/>
              </a:ext>
            </a:extLst>
          </p:cNvPr>
          <p:cNvCxnSpPr>
            <a:stCxn id="6" idx="2"/>
            <a:endCxn id="115" idx="1"/>
          </p:cNvCxnSpPr>
          <p:nvPr/>
        </p:nvCxnSpPr>
        <p:spPr>
          <a:xfrm rot="16200000" flipH="1">
            <a:off x="4295421" y="3503579"/>
            <a:ext cx="597263" cy="16842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8E0CBFF-0429-4095-26D9-0498C26C4E0D}"/>
              </a:ext>
            </a:extLst>
          </p:cNvPr>
          <p:cNvCxnSpPr>
            <a:stCxn id="28" idx="2"/>
            <a:endCxn id="115" idx="0"/>
          </p:cNvCxnSpPr>
          <p:nvPr/>
        </p:nvCxnSpPr>
        <p:spPr>
          <a:xfrm flipH="1">
            <a:off x="6289219" y="4006077"/>
            <a:ext cx="2" cy="403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7D1F3463-A16F-59FA-A27E-88019A1F594A}"/>
              </a:ext>
            </a:extLst>
          </p:cNvPr>
          <p:cNvSpPr/>
          <p:nvPr/>
        </p:nvSpPr>
        <p:spPr>
          <a:xfrm>
            <a:off x="8021407" y="5270744"/>
            <a:ext cx="1706080" cy="10100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/>
              <a:t>Income:</a:t>
            </a:r>
          </a:p>
          <a:p>
            <a:pPr algn="ctr"/>
            <a:r>
              <a:rPr lang="en-ID" sz="1200" dirty="0"/>
              <a:t>Revenue-COGS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CFBE496A-6B27-0C9A-2D5C-9FAB8B357687}"/>
              </a:ext>
            </a:extLst>
          </p:cNvPr>
          <p:cNvCxnSpPr>
            <a:stCxn id="82" idx="2"/>
            <a:endCxn id="122" idx="0"/>
          </p:cNvCxnSpPr>
          <p:nvPr/>
        </p:nvCxnSpPr>
        <p:spPr>
          <a:xfrm>
            <a:off x="8874447" y="4866269"/>
            <a:ext cx="0" cy="404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9A4C287A-43B2-704F-1898-B26F39A37CF1}"/>
              </a:ext>
            </a:extLst>
          </p:cNvPr>
          <p:cNvCxnSpPr>
            <a:stCxn id="115" idx="2"/>
            <a:endCxn id="122" idx="2"/>
          </p:cNvCxnSpPr>
          <p:nvPr/>
        </p:nvCxnSpPr>
        <p:spPr>
          <a:xfrm rot="16200000" flipH="1">
            <a:off x="6706891" y="4461255"/>
            <a:ext cx="896845" cy="173218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06B10FA-A248-EEB4-55A3-9A260CF7DC2B}"/>
              </a:ext>
            </a:extLst>
          </p:cNvPr>
          <p:cNvSpPr txBox="1"/>
          <p:nvPr/>
        </p:nvSpPr>
        <p:spPr>
          <a:xfrm>
            <a:off x="130170" y="2843589"/>
            <a:ext cx="2430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AutoNum type="arabicPeriod"/>
            </a:pPr>
            <a:r>
              <a:rPr lang="en-ID" sz="1100" dirty="0" err="1"/>
              <a:t>Permintaan</a:t>
            </a:r>
            <a:r>
              <a:rPr lang="en-ID" sz="1100" dirty="0"/>
              <a:t> Pasar</a:t>
            </a:r>
          </a:p>
          <a:p>
            <a:pPr marL="265113" indent="-171450">
              <a:buFont typeface="Wingdings" panose="05000000000000000000" pitchFamily="2" charset="2"/>
              <a:buChar char="q"/>
            </a:pPr>
            <a:r>
              <a:rPr lang="en-ID" sz="1100" dirty="0"/>
              <a:t>Volume</a:t>
            </a:r>
          </a:p>
          <a:p>
            <a:pPr marL="265113" indent="-171450">
              <a:buFont typeface="Wingdings" panose="05000000000000000000" pitchFamily="2" charset="2"/>
              <a:buChar char="q"/>
            </a:pPr>
            <a:r>
              <a:rPr lang="en-ID" sz="1100" dirty="0" err="1"/>
              <a:t>Jenis</a:t>
            </a:r>
            <a:r>
              <a:rPr lang="en-ID" sz="1100" dirty="0"/>
              <a:t> (</a:t>
            </a:r>
            <a:r>
              <a:rPr lang="en-ID" sz="1100" dirty="0" err="1"/>
              <a:t>Kualitas</a:t>
            </a:r>
            <a:endParaRPr lang="en-ID" sz="1100" dirty="0"/>
          </a:p>
          <a:p>
            <a:pPr marL="265113" indent="-171450">
              <a:buFont typeface="Wingdings" panose="05000000000000000000" pitchFamily="2" charset="2"/>
              <a:buChar char="q"/>
            </a:pPr>
            <a:r>
              <a:rPr lang="en-ID" sz="1100" dirty="0"/>
              <a:t>Incoterms:</a:t>
            </a:r>
          </a:p>
          <a:p>
            <a:pPr marL="360363" lvl="1" indent="-180975">
              <a:buFont typeface="Arial" panose="020B0604020202020204" pitchFamily="34" charset="0"/>
              <a:buChar char="•"/>
            </a:pPr>
            <a:r>
              <a:rPr lang="en-ID" sz="1100" dirty="0"/>
              <a:t>CIF (Cost, Insurance, Freight)</a:t>
            </a:r>
          </a:p>
          <a:p>
            <a:pPr marL="360363" lvl="1" indent="-180975">
              <a:buFont typeface="Arial" panose="020B0604020202020204" pitchFamily="34" charset="0"/>
              <a:buChar char="•"/>
            </a:pPr>
            <a:r>
              <a:rPr lang="en-ID" sz="1100" dirty="0"/>
              <a:t>FOB (Free on Board)</a:t>
            </a:r>
          </a:p>
          <a:p>
            <a:pPr marL="360363" lvl="1" indent="-180975">
              <a:buFont typeface="Arial" panose="020B0604020202020204" pitchFamily="34" charset="0"/>
              <a:buChar char="•"/>
            </a:pPr>
            <a:r>
              <a:rPr lang="en-ID" sz="1100" dirty="0" err="1"/>
              <a:t>Lainnya</a:t>
            </a:r>
            <a:endParaRPr lang="en-ID" sz="1100" dirty="0"/>
          </a:p>
          <a:p>
            <a:pPr marL="265113" indent="-171450">
              <a:buFont typeface="Wingdings" panose="05000000000000000000" pitchFamily="2" charset="2"/>
              <a:buChar char="q"/>
            </a:pPr>
            <a:r>
              <a:rPr lang="en-ID" sz="1100" dirty="0"/>
              <a:t>Waktu Order dan Waktu </a:t>
            </a:r>
            <a:r>
              <a:rPr lang="en-ID" sz="1100" dirty="0" err="1"/>
              <a:t>Terima</a:t>
            </a:r>
            <a:endParaRPr lang="en-ID" sz="1100" dirty="0"/>
          </a:p>
        </p:txBody>
      </p:sp>
    </p:spTree>
    <p:extLst>
      <p:ext uri="{BB962C8B-B14F-4D97-AF65-F5344CB8AC3E}">
        <p14:creationId xmlns:p14="http://schemas.microsoft.com/office/powerpoint/2010/main" val="2952461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069549-050D-5C81-8CAD-70D17B156BE5}"/>
              </a:ext>
            </a:extLst>
          </p:cNvPr>
          <p:cNvSpPr txBox="1"/>
          <p:nvPr/>
        </p:nvSpPr>
        <p:spPr>
          <a:xfrm>
            <a:off x="294156" y="1107615"/>
            <a:ext cx="553998" cy="1514892"/>
          </a:xfrm>
          <a:prstGeom prst="rect">
            <a:avLst/>
          </a:prstGeom>
          <a:noFill/>
          <a:ln>
            <a:noFill/>
          </a:ln>
        </p:spPr>
        <p:txBody>
          <a:bodyPr vert="vert270" wrap="square" rtlCol="0">
            <a:spAutoFit/>
          </a:bodyPr>
          <a:lstStyle/>
          <a:p>
            <a:r>
              <a:rPr lang="en-US" sz="1200" b="1" dirty="0"/>
              <a:t>Step. 1 Data Preprocessing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FF49D-9DE1-7779-809B-2CC53B2E1B9D}"/>
              </a:ext>
            </a:extLst>
          </p:cNvPr>
          <p:cNvSpPr txBox="1"/>
          <p:nvPr/>
        </p:nvSpPr>
        <p:spPr>
          <a:xfrm>
            <a:off x="319248" y="2825111"/>
            <a:ext cx="553998" cy="1588006"/>
          </a:xfrm>
          <a:prstGeom prst="rect">
            <a:avLst/>
          </a:prstGeom>
          <a:noFill/>
          <a:ln>
            <a:noFill/>
          </a:ln>
        </p:spPr>
        <p:txBody>
          <a:bodyPr vert="vert270" wrap="square" rtlCol="0">
            <a:spAutoFit/>
          </a:bodyPr>
          <a:lstStyle/>
          <a:p>
            <a:r>
              <a:rPr lang="en-US" sz="1200" b="1" dirty="0"/>
              <a:t>Step. 2 Machine Learning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58ECAC-C081-1F8B-63CF-E97B76F2DEF2}"/>
              </a:ext>
            </a:extLst>
          </p:cNvPr>
          <p:cNvSpPr txBox="1"/>
          <p:nvPr/>
        </p:nvSpPr>
        <p:spPr>
          <a:xfrm>
            <a:off x="305485" y="4413117"/>
            <a:ext cx="553998" cy="1588006"/>
          </a:xfrm>
          <a:prstGeom prst="rect">
            <a:avLst/>
          </a:prstGeom>
          <a:noFill/>
          <a:ln>
            <a:noFill/>
          </a:ln>
        </p:spPr>
        <p:txBody>
          <a:bodyPr vert="vert270" wrap="square" rtlCol="0">
            <a:spAutoFit/>
          </a:bodyPr>
          <a:lstStyle/>
          <a:p>
            <a:r>
              <a:rPr lang="en-US" sz="1200" b="1" dirty="0"/>
              <a:t>Step. 3 The Deployment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D9683E4-0FD9-2799-428C-4031EC6A96BA}"/>
              </a:ext>
            </a:extLst>
          </p:cNvPr>
          <p:cNvSpPr/>
          <p:nvPr/>
        </p:nvSpPr>
        <p:spPr>
          <a:xfrm>
            <a:off x="1148525" y="1719463"/>
            <a:ext cx="1639036" cy="76451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RAW dataset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tx1"/>
                </a:solidFill>
              </a:rPr>
              <a:t>*from query SQL table</a:t>
            </a:r>
          </a:p>
          <a:p>
            <a:r>
              <a:rPr lang="en-US" sz="900" i="1" dirty="0">
                <a:solidFill>
                  <a:schemeClr val="tx1"/>
                </a:solidFill>
              </a:rPr>
              <a:t>(</a:t>
            </a:r>
            <a:r>
              <a:rPr lang="en-US" sz="900" i="1" dirty="0" err="1">
                <a:solidFill>
                  <a:schemeClr val="tx1"/>
                </a:solidFill>
              </a:rPr>
              <a:t>DM_Mine</a:t>
            </a:r>
            <a:r>
              <a:rPr lang="en-US" sz="900" i="1">
                <a:solidFill>
                  <a:schemeClr val="tx1"/>
                </a:solidFill>
              </a:rPr>
              <a:t> 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10F81B-AE06-F2E0-9F5D-1AB4E8B820D9}"/>
              </a:ext>
            </a:extLst>
          </p:cNvPr>
          <p:cNvSpPr/>
          <p:nvPr/>
        </p:nvSpPr>
        <p:spPr>
          <a:xfrm>
            <a:off x="3179290" y="1528978"/>
            <a:ext cx="1744120" cy="115645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i="1" u="sng" dirty="0">
                <a:solidFill>
                  <a:schemeClr val="tx1"/>
                </a:solidFill>
              </a:rPr>
              <a:t>Define Columns :</a:t>
            </a:r>
          </a:p>
          <a:p>
            <a:r>
              <a:rPr lang="en-US" sz="900" i="1" dirty="0">
                <a:solidFill>
                  <a:schemeClr val="tx1"/>
                </a:solidFill>
              </a:rPr>
              <a:t>Columns selections usage</a:t>
            </a:r>
            <a:br>
              <a:rPr lang="en-US" sz="900" i="1" dirty="0">
                <a:solidFill>
                  <a:schemeClr val="tx1"/>
                </a:solidFill>
              </a:rPr>
            </a:br>
            <a:r>
              <a:rPr lang="en-US" sz="900" i="1" dirty="0">
                <a:solidFill>
                  <a:schemeClr val="tx1"/>
                </a:solidFill>
              </a:rPr>
              <a:t>(</a:t>
            </a:r>
            <a:r>
              <a:rPr lang="en-US" sz="900" i="1" dirty="0" err="1">
                <a:solidFill>
                  <a:schemeClr val="tx1"/>
                </a:solidFill>
              </a:rPr>
              <a:t>tanggal</a:t>
            </a:r>
            <a:r>
              <a:rPr lang="en-US" sz="900" i="1" dirty="0">
                <a:solidFill>
                  <a:schemeClr val="tx1"/>
                </a:solidFill>
              </a:rPr>
              <a:t>, </a:t>
            </a:r>
            <a:r>
              <a:rPr lang="en-US" sz="900" i="1" dirty="0" err="1">
                <a:solidFill>
                  <a:schemeClr val="tx1"/>
                </a:solidFill>
              </a:rPr>
              <a:t>jenis</a:t>
            </a:r>
            <a:r>
              <a:rPr lang="en-US" sz="900" i="1" dirty="0">
                <a:solidFill>
                  <a:schemeClr val="tx1"/>
                </a:solidFill>
              </a:rPr>
              <a:t>, </a:t>
            </a:r>
            <a:r>
              <a:rPr lang="en-US" sz="900" i="1" dirty="0" err="1">
                <a:solidFill>
                  <a:schemeClr val="tx1"/>
                </a:solidFill>
              </a:rPr>
              <a:t>tipe</a:t>
            </a:r>
            <a:r>
              <a:rPr lang="en-US" sz="900" i="1" dirty="0">
                <a:solidFill>
                  <a:schemeClr val="tx1"/>
                </a:solidFill>
              </a:rPr>
              <a:t>, </a:t>
            </a:r>
            <a:r>
              <a:rPr lang="en-US" sz="900" i="1" dirty="0" err="1">
                <a:solidFill>
                  <a:schemeClr val="tx1"/>
                </a:solidFill>
              </a:rPr>
              <a:t>product_type_name</a:t>
            </a:r>
            <a:r>
              <a:rPr lang="en-US" sz="900" i="1" dirty="0">
                <a:solidFill>
                  <a:schemeClr val="tx1"/>
                </a:solidFill>
              </a:rPr>
              <a:t>, </a:t>
            </a:r>
            <a:r>
              <a:rPr lang="en-US" sz="900" i="1" dirty="0" err="1">
                <a:solidFill>
                  <a:schemeClr val="tx1"/>
                </a:solidFill>
              </a:rPr>
              <a:t>loc_src_area_name</a:t>
            </a:r>
            <a:r>
              <a:rPr lang="en-US" sz="900" i="1" dirty="0">
                <a:solidFill>
                  <a:schemeClr val="tx1"/>
                </a:solidFill>
              </a:rPr>
              <a:t>, </a:t>
            </a:r>
            <a:r>
              <a:rPr lang="en-US" sz="900" i="1" dirty="0" err="1">
                <a:solidFill>
                  <a:schemeClr val="tx1"/>
                </a:solidFill>
              </a:rPr>
              <a:t>contractor_name</a:t>
            </a:r>
            <a:r>
              <a:rPr lang="en-US" sz="900" i="1" dirty="0">
                <a:solidFill>
                  <a:schemeClr val="tx1"/>
                </a:solidFill>
              </a:rPr>
              <a:t>, </a:t>
            </a:r>
            <a:r>
              <a:rPr lang="en-US" sz="900" i="1" dirty="0" err="1">
                <a:solidFill>
                  <a:schemeClr val="tx1"/>
                </a:solidFill>
              </a:rPr>
              <a:t>loc_dest_area_name</a:t>
            </a:r>
            <a:r>
              <a:rPr lang="en-US" sz="900" i="1" dirty="0">
                <a:solidFill>
                  <a:schemeClr val="tx1"/>
                </a:solidFill>
              </a:rPr>
              <a:t>, </a:t>
            </a:r>
            <a:r>
              <a:rPr lang="en-US" sz="900" i="1" dirty="0" err="1">
                <a:solidFill>
                  <a:schemeClr val="tx1"/>
                </a:solidFill>
              </a:rPr>
              <a:t>tonase</a:t>
            </a:r>
            <a:r>
              <a:rPr lang="en-US" sz="900" i="1" dirty="0">
                <a:solidFill>
                  <a:schemeClr val="tx1"/>
                </a:solidFill>
              </a:rPr>
              <a:t>)</a:t>
            </a:r>
            <a:endParaRPr lang="en-US" sz="900" b="1" i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8C01C4-E564-A1A4-1306-BD9E9F368D62}"/>
              </a:ext>
            </a:extLst>
          </p:cNvPr>
          <p:cNvSpPr/>
          <p:nvPr/>
        </p:nvSpPr>
        <p:spPr>
          <a:xfrm>
            <a:off x="5441623" y="1719463"/>
            <a:ext cx="1639036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Preprocessing:</a:t>
            </a:r>
          </a:p>
          <a:p>
            <a:r>
              <a:rPr lang="en-US" sz="900" i="1" dirty="0">
                <a:solidFill>
                  <a:schemeClr val="tx1"/>
                </a:solidFill>
              </a:rPr>
              <a:t>- Chose </a:t>
            </a:r>
          </a:p>
          <a:p>
            <a:r>
              <a:rPr lang="en-US" sz="900" i="1" dirty="0">
                <a:solidFill>
                  <a:schemeClr val="tx1"/>
                </a:solidFill>
              </a:rPr>
              <a:t>Cleansing dataset based on outliers and remove null coal production</a:t>
            </a:r>
            <a:endParaRPr lang="en-US" sz="900" b="1" i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BC70C4-AD30-4FCC-3E5E-6005AFE019B8}"/>
              </a:ext>
            </a:extLst>
          </p:cNvPr>
          <p:cNvSpPr/>
          <p:nvPr/>
        </p:nvSpPr>
        <p:spPr>
          <a:xfrm>
            <a:off x="7482529" y="1720800"/>
            <a:ext cx="1639036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Feature Engineering:</a:t>
            </a:r>
          </a:p>
          <a:p>
            <a:r>
              <a:rPr lang="en-US" sz="900" i="1" dirty="0">
                <a:solidFill>
                  <a:schemeClr val="tx1"/>
                </a:solidFill>
              </a:rPr>
              <a:t>Sum all coal production and striping based on daily date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EE0A64E-36E0-8225-9F2B-88BCDE07F0D5}"/>
              </a:ext>
            </a:extLst>
          </p:cNvPr>
          <p:cNvSpPr/>
          <p:nvPr/>
        </p:nvSpPr>
        <p:spPr>
          <a:xfrm>
            <a:off x="7763817" y="3045371"/>
            <a:ext cx="1466849" cy="40592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Training Dataset: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tx1"/>
                </a:solidFill>
              </a:rPr>
              <a:t>90% complete dataset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BC5EBF-109B-D990-F008-95753B02C77D}"/>
              </a:ext>
            </a:extLst>
          </p:cNvPr>
          <p:cNvSpPr/>
          <p:nvPr/>
        </p:nvSpPr>
        <p:spPr>
          <a:xfrm>
            <a:off x="7763817" y="4114495"/>
            <a:ext cx="1466849" cy="40592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Test Dataset: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tx1"/>
                </a:solidFill>
              </a:rPr>
              <a:t>10% of complete dataset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2390E1-CE38-6EAF-067B-2B3B4E1F09A1}"/>
              </a:ext>
            </a:extLst>
          </p:cNvPr>
          <p:cNvSpPr/>
          <p:nvPr/>
        </p:nvSpPr>
        <p:spPr>
          <a:xfrm>
            <a:off x="5441623" y="2865202"/>
            <a:ext cx="1639036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Deep Learning Modelling:</a:t>
            </a:r>
          </a:p>
          <a:p>
            <a:pPr marL="171450" indent="-171450">
              <a:buFontTx/>
              <a:buChar char="-"/>
            </a:pPr>
            <a:r>
              <a:rPr lang="en-US" sz="900" i="1" dirty="0">
                <a:solidFill>
                  <a:schemeClr val="tx1"/>
                </a:solidFill>
              </a:rPr>
              <a:t>Prophet Forecasting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E4E406-EC90-F5C3-2E50-76CD0ED8CD54}"/>
              </a:ext>
            </a:extLst>
          </p:cNvPr>
          <p:cNvSpPr/>
          <p:nvPr/>
        </p:nvSpPr>
        <p:spPr>
          <a:xfrm>
            <a:off x="1176587" y="2869469"/>
            <a:ext cx="1639036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Machine Learning Model Evaluation for Test Dataset:</a:t>
            </a:r>
          </a:p>
          <a:p>
            <a:pPr marL="171450" indent="-171450">
              <a:buFontTx/>
              <a:buChar char="-"/>
            </a:pPr>
            <a:r>
              <a:rPr lang="en-US" sz="900" i="1" dirty="0" err="1">
                <a:solidFill>
                  <a:schemeClr val="tx1"/>
                </a:solidFill>
              </a:rPr>
              <a:t>sMAPE</a:t>
            </a:r>
            <a:endParaRPr lang="en-US" sz="900" i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4D171D-1288-C427-EBC8-41F63637E2DF}"/>
              </a:ext>
            </a:extLst>
          </p:cNvPr>
          <p:cNvSpPr/>
          <p:nvPr/>
        </p:nvSpPr>
        <p:spPr>
          <a:xfrm>
            <a:off x="1176587" y="3966010"/>
            <a:ext cx="1639036" cy="70675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Domain Expert Analysis:</a:t>
            </a:r>
          </a:p>
          <a:p>
            <a:pPr marL="171450" indent="-171450">
              <a:buFontTx/>
              <a:buChar char="-"/>
            </a:pPr>
            <a:r>
              <a:rPr lang="en-US" sz="900" i="1" dirty="0">
                <a:solidFill>
                  <a:schemeClr val="tx1"/>
                </a:solidFill>
              </a:rPr>
              <a:t>Prediction Reliability</a:t>
            </a:r>
          </a:p>
          <a:p>
            <a:pPr marL="171450" indent="-171450">
              <a:buFontTx/>
              <a:buChar char="-"/>
            </a:pPr>
            <a:r>
              <a:rPr lang="en-US" sz="900" i="1" dirty="0">
                <a:solidFill>
                  <a:schemeClr val="tx1"/>
                </a:solidFill>
              </a:rPr>
              <a:t>Evaluation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2858D8-382B-CD62-84AA-7DA6FCC891A8}"/>
              </a:ext>
            </a:extLst>
          </p:cNvPr>
          <p:cNvSpPr/>
          <p:nvPr/>
        </p:nvSpPr>
        <p:spPr>
          <a:xfrm>
            <a:off x="3214514" y="5081679"/>
            <a:ext cx="1639036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Dashboard Deployment :</a:t>
            </a:r>
          </a:p>
          <a:p>
            <a:pPr marL="171450" indent="-171450">
              <a:buFontTx/>
              <a:buChar char="-"/>
            </a:pPr>
            <a:r>
              <a:rPr lang="en-US" sz="900" i="1" dirty="0">
                <a:solidFill>
                  <a:schemeClr val="tx1"/>
                </a:solidFill>
              </a:rPr>
              <a:t>Visualization on Tableau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7D8089-2414-7702-035A-91BC940CAC3E}"/>
              </a:ext>
            </a:extLst>
          </p:cNvPr>
          <p:cNvSpPr/>
          <p:nvPr/>
        </p:nvSpPr>
        <p:spPr>
          <a:xfrm>
            <a:off x="5367900" y="5080889"/>
            <a:ext cx="1639036" cy="76451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Model update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tx1"/>
                </a:solidFill>
              </a:rPr>
              <a:t>Deep Learning model updated every time adjusted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F84CF0-2626-6C6D-083D-DBF8C7BB6F13}"/>
              </a:ext>
            </a:extLst>
          </p:cNvPr>
          <p:cNvSpPr/>
          <p:nvPr/>
        </p:nvSpPr>
        <p:spPr>
          <a:xfrm>
            <a:off x="7635678" y="5085802"/>
            <a:ext cx="1639036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chemeClr val="tx1"/>
                </a:solidFill>
              </a:rPr>
              <a:t>Forecasting Coal Production Daily in PT. Bukit </a:t>
            </a:r>
            <a:r>
              <a:rPr lang="en-US" sz="1200" b="1" u="sng" dirty="0" err="1">
                <a:solidFill>
                  <a:schemeClr val="tx1"/>
                </a:solidFill>
              </a:rPr>
              <a:t>Asam</a:t>
            </a:r>
            <a:endParaRPr lang="en-US" sz="1200" b="1" u="sng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08B929-3AD7-1FA3-9019-40553C26580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787561" y="2101719"/>
            <a:ext cx="391729" cy="548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A1A0FB-2A76-40B6-A1A4-4F6AB262B42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4923410" y="2101719"/>
            <a:ext cx="518213" cy="5488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80D686-F5E7-B2F5-2DE9-BE5C792735AD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080659" y="2101719"/>
            <a:ext cx="401870" cy="133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D8F09261-0DE9-0582-13C2-9F491754BDC2}"/>
              </a:ext>
            </a:extLst>
          </p:cNvPr>
          <p:cNvCxnSpPr>
            <a:cxnSpLocks/>
            <a:stCxn id="31" idx="3"/>
            <a:endCxn id="32" idx="3"/>
          </p:cNvCxnSpPr>
          <p:nvPr/>
        </p:nvCxnSpPr>
        <p:spPr>
          <a:xfrm>
            <a:off x="11397824" y="2103056"/>
            <a:ext cx="77636" cy="1694684"/>
          </a:xfrm>
          <a:prstGeom prst="bentConnector3">
            <a:avLst>
              <a:gd name="adj1" fmla="val 39445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57A1CFC-F59A-B204-D9B4-EF7510376A3F}"/>
              </a:ext>
            </a:extLst>
          </p:cNvPr>
          <p:cNvSpPr/>
          <p:nvPr/>
        </p:nvSpPr>
        <p:spPr>
          <a:xfrm>
            <a:off x="9359261" y="3694654"/>
            <a:ext cx="224118" cy="20617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07C59DB-2572-FB9C-F16C-9861CAC77801}"/>
              </a:ext>
            </a:extLst>
          </p:cNvPr>
          <p:cNvCxnSpPr>
            <a:cxnSpLocks/>
            <a:stCxn id="32" idx="1"/>
            <a:endCxn id="22" idx="6"/>
          </p:cNvCxnSpPr>
          <p:nvPr/>
        </p:nvCxnSpPr>
        <p:spPr>
          <a:xfrm flipH="1">
            <a:off x="9583379" y="3797740"/>
            <a:ext cx="253045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73C3788-01F3-9726-8E17-0E78A9D11AEB}"/>
              </a:ext>
            </a:extLst>
          </p:cNvPr>
          <p:cNvCxnSpPr>
            <a:cxnSpLocks/>
            <a:stCxn id="22" idx="0"/>
          </p:cNvCxnSpPr>
          <p:nvPr/>
        </p:nvCxnSpPr>
        <p:spPr>
          <a:xfrm rot="16200000" flipV="1">
            <a:off x="9134402" y="3357736"/>
            <a:ext cx="433182" cy="2406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522E473A-E30E-48CC-7089-8266DDFCCA62}"/>
              </a:ext>
            </a:extLst>
          </p:cNvPr>
          <p:cNvCxnSpPr>
            <a:cxnSpLocks/>
            <a:stCxn id="22" idx="4"/>
            <a:endCxn id="10" idx="3"/>
          </p:cNvCxnSpPr>
          <p:nvPr/>
        </p:nvCxnSpPr>
        <p:spPr>
          <a:xfrm rot="5400000">
            <a:off x="9142678" y="3988815"/>
            <a:ext cx="416631" cy="2406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AE9C13-D6A2-C580-DCD9-BE2AA0E1698C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flipH="1" flipV="1">
            <a:off x="7080659" y="3247458"/>
            <a:ext cx="683158" cy="87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F51B3F-37DA-6188-6DB1-83C196E3088B}"/>
              </a:ext>
            </a:extLst>
          </p:cNvPr>
          <p:cNvCxnSpPr>
            <a:cxnSpLocks/>
            <a:stCxn id="10" idx="1"/>
            <a:endCxn id="47" idx="3"/>
          </p:cNvCxnSpPr>
          <p:nvPr/>
        </p:nvCxnSpPr>
        <p:spPr>
          <a:xfrm flipH="1" flipV="1">
            <a:off x="5613810" y="4314366"/>
            <a:ext cx="2150007" cy="309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C1975AC-366F-7DAF-3DFA-67F8915E998F}"/>
              </a:ext>
            </a:extLst>
          </p:cNvPr>
          <p:cNvCxnSpPr>
            <a:cxnSpLocks/>
            <a:stCxn id="11" idx="1"/>
            <a:endCxn id="46" idx="3"/>
          </p:cNvCxnSpPr>
          <p:nvPr/>
        </p:nvCxnSpPr>
        <p:spPr>
          <a:xfrm flipH="1">
            <a:off x="4704024" y="3247458"/>
            <a:ext cx="737599" cy="3041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0DD2B5-DFB4-DD6E-EA82-291C80EFABAB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>
            <a:off x="9121565" y="2103056"/>
            <a:ext cx="349755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F74D010-70AB-AD35-376C-373C4EC34E2B}"/>
              </a:ext>
            </a:extLst>
          </p:cNvPr>
          <p:cNvSpPr/>
          <p:nvPr/>
        </p:nvSpPr>
        <p:spPr>
          <a:xfrm>
            <a:off x="9471320" y="1720800"/>
            <a:ext cx="1926504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Split </a:t>
            </a:r>
            <a:r>
              <a:rPr lang="en-US" sz="900" b="1" u="sng" dirty="0" err="1">
                <a:solidFill>
                  <a:schemeClr val="tx1"/>
                </a:solidFill>
              </a:rPr>
              <a:t>loc_src_area</a:t>
            </a:r>
            <a:r>
              <a:rPr lang="en-US" sz="900" b="1" u="sng" dirty="0">
                <a:solidFill>
                  <a:schemeClr val="tx1"/>
                </a:solidFill>
              </a:rPr>
              <a:t> data one-by one:</a:t>
            </a:r>
          </a:p>
          <a:p>
            <a:r>
              <a:rPr lang="en-US" sz="900" i="1" dirty="0">
                <a:solidFill>
                  <a:schemeClr val="tx1"/>
                </a:solidFill>
              </a:rPr>
              <a:t>Perform data splitting based on </a:t>
            </a:r>
            <a:r>
              <a:rPr lang="en-US" sz="900" i="1" dirty="0" err="1">
                <a:solidFill>
                  <a:schemeClr val="tx1"/>
                </a:solidFill>
              </a:rPr>
              <a:t>loc_src_area_name</a:t>
            </a:r>
            <a:r>
              <a:rPr lang="en-US" sz="900" i="1" dirty="0">
                <a:solidFill>
                  <a:schemeClr val="tx1"/>
                </a:solidFill>
              </a:rPr>
              <a:t>, or </a:t>
            </a:r>
            <a:r>
              <a:rPr lang="en-US" sz="900" i="1" dirty="0" err="1">
                <a:solidFill>
                  <a:schemeClr val="tx1"/>
                </a:solidFill>
              </a:rPr>
              <a:t>contractor_name</a:t>
            </a:r>
            <a:endParaRPr lang="en-US" sz="900" i="1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A306C7F-0D6A-ED69-C84B-52E1A2C0CBFB}"/>
              </a:ext>
            </a:extLst>
          </p:cNvPr>
          <p:cNvSpPr/>
          <p:nvPr/>
        </p:nvSpPr>
        <p:spPr>
          <a:xfrm>
            <a:off x="9836424" y="3386047"/>
            <a:ext cx="1639036" cy="82338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Complete Dataset: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tx1"/>
                </a:solidFill>
              </a:rPr>
              <a:t>Outlier free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tx1"/>
                </a:solidFill>
              </a:rPr>
              <a:t>Split </a:t>
            </a:r>
            <a:r>
              <a:rPr lang="en-US" sz="900" i="1" dirty="0" err="1">
                <a:solidFill>
                  <a:schemeClr val="tx1"/>
                </a:solidFill>
              </a:rPr>
              <a:t>loc_src_area_name</a:t>
            </a:r>
            <a:r>
              <a:rPr lang="en-US" sz="900" i="1" dirty="0">
                <a:solidFill>
                  <a:schemeClr val="tx1"/>
                </a:solidFill>
              </a:rPr>
              <a:t>, for production and SR.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tx1"/>
                </a:solidFill>
              </a:rPr>
              <a:t>Split contractor name for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i="1" dirty="0">
                <a:solidFill>
                  <a:schemeClr val="tx1"/>
                </a:solidFill>
              </a:rPr>
              <a:t>Group by in every date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8A4416-D964-36A7-979D-7D570CBFAEF1}"/>
              </a:ext>
            </a:extLst>
          </p:cNvPr>
          <p:cNvSpPr/>
          <p:nvPr/>
        </p:nvSpPr>
        <p:spPr>
          <a:xfrm>
            <a:off x="1176587" y="5086862"/>
            <a:ext cx="1639036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Deploy to Datamart :</a:t>
            </a:r>
          </a:p>
          <a:p>
            <a:pPr marL="171450" indent="-171450">
              <a:buFontTx/>
              <a:buChar char="-"/>
            </a:pPr>
            <a:r>
              <a:rPr lang="en-US" sz="900" i="1" dirty="0">
                <a:solidFill>
                  <a:schemeClr val="tx1"/>
                </a:solidFill>
              </a:rPr>
              <a:t>Ingest prediction result into </a:t>
            </a:r>
            <a:r>
              <a:rPr lang="en-US" sz="900" i="1" dirty="0" err="1">
                <a:solidFill>
                  <a:schemeClr val="tx1"/>
                </a:solidFill>
              </a:rPr>
              <a:t>datamart</a:t>
            </a:r>
            <a:endParaRPr lang="en-US" sz="900" i="1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FB0E73B-B13C-CF61-5E90-7C452E8ADD7B}"/>
              </a:ext>
            </a:extLst>
          </p:cNvPr>
          <p:cNvCxnSpPr>
            <a:cxnSpLocks/>
            <a:stCxn id="33" idx="3"/>
            <a:endCxn id="15" idx="1"/>
          </p:cNvCxnSpPr>
          <p:nvPr/>
        </p:nvCxnSpPr>
        <p:spPr>
          <a:xfrm flipV="1">
            <a:off x="2815623" y="5463935"/>
            <a:ext cx="398891" cy="51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A0E6F1-A4E4-393E-9271-3C955E948254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4853550" y="5463145"/>
            <a:ext cx="514350" cy="7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281A2B2-37C8-3E44-4510-1E661DEACD90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006936" y="5463145"/>
            <a:ext cx="628742" cy="49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0057C71-F2EA-9772-2361-2694836CC3A6}"/>
              </a:ext>
            </a:extLst>
          </p:cNvPr>
          <p:cNvCxnSpPr>
            <a:cxnSpLocks/>
            <a:stCxn id="14" idx="2"/>
            <a:endCxn id="33" idx="0"/>
          </p:cNvCxnSpPr>
          <p:nvPr/>
        </p:nvCxnSpPr>
        <p:spPr>
          <a:xfrm>
            <a:off x="1996105" y="4672765"/>
            <a:ext cx="0" cy="41409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95F1066-8079-1CE0-AB12-182CD449BC75}"/>
              </a:ext>
            </a:extLst>
          </p:cNvPr>
          <p:cNvGrpSpPr/>
          <p:nvPr/>
        </p:nvGrpSpPr>
        <p:grpSpPr>
          <a:xfrm>
            <a:off x="9581337" y="4904375"/>
            <a:ext cx="2529751" cy="938719"/>
            <a:chOff x="254359" y="5113655"/>
            <a:chExt cx="2529751" cy="93871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172883F-E6EE-4C0B-1C3F-6FA131448567}"/>
                </a:ext>
              </a:extLst>
            </p:cNvPr>
            <p:cNvSpPr txBox="1"/>
            <p:nvPr/>
          </p:nvSpPr>
          <p:spPr>
            <a:xfrm>
              <a:off x="254359" y="5113655"/>
              <a:ext cx="2529751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u="sng" dirty="0"/>
                <a:t>Legend :</a:t>
              </a:r>
              <a:endParaRPr lang="en-US" sz="1100" dirty="0"/>
            </a:p>
            <a:p>
              <a:pPr defTabSz="361950"/>
              <a:r>
                <a:rPr lang="en-US" sz="1100" dirty="0"/>
                <a:t>	Preprocessing</a:t>
              </a:r>
            </a:p>
            <a:p>
              <a:pPr defTabSz="361950"/>
              <a:r>
                <a:rPr lang="en-US" sz="1100" dirty="0"/>
                <a:t>	Training Dataset</a:t>
              </a:r>
            </a:p>
            <a:p>
              <a:pPr defTabSz="361950"/>
              <a:r>
                <a:rPr lang="en-US" sz="1100" dirty="0"/>
                <a:t>	Deploy on the Tableau</a:t>
              </a:r>
              <a:endParaRPr lang="en-ID" sz="1100" dirty="0"/>
            </a:p>
            <a:p>
              <a:pPr defTabSz="361950"/>
              <a:r>
                <a:rPr lang="en-ID" sz="1100" dirty="0"/>
                <a:t>	Test Dataset</a:t>
              </a:r>
              <a:endParaRPr lang="en-US" sz="1100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057F198-733B-09EF-3BB6-C075FD8A0D9B}"/>
                </a:ext>
              </a:extLst>
            </p:cNvPr>
            <p:cNvCxnSpPr>
              <a:cxnSpLocks/>
            </p:cNvCxnSpPr>
            <p:nvPr/>
          </p:nvCxnSpPr>
          <p:spPr>
            <a:xfrm>
              <a:off x="346539" y="5416400"/>
              <a:ext cx="323902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F9B4274-C6AF-EEEE-2569-59AB2A73BAA1}"/>
                </a:ext>
              </a:extLst>
            </p:cNvPr>
            <p:cNvCxnSpPr>
              <a:cxnSpLocks/>
            </p:cNvCxnSpPr>
            <p:nvPr/>
          </p:nvCxnSpPr>
          <p:spPr>
            <a:xfrm>
              <a:off x="346539" y="5587765"/>
              <a:ext cx="323902" cy="0"/>
            </a:xfrm>
            <a:prstGeom prst="straightConnector1">
              <a:avLst/>
            </a:prstGeom>
            <a:ln w="1905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5C2FDF7-4213-1750-9421-2E5E07579039}"/>
                </a:ext>
              </a:extLst>
            </p:cNvPr>
            <p:cNvCxnSpPr>
              <a:cxnSpLocks/>
            </p:cNvCxnSpPr>
            <p:nvPr/>
          </p:nvCxnSpPr>
          <p:spPr>
            <a:xfrm>
              <a:off x="346539" y="5765051"/>
              <a:ext cx="323902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3DAC6E6-B91B-0513-7E7D-808F3D09EBD9}"/>
                </a:ext>
              </a:extLst>
            </p:cNvPr>
            <p:cNvCxnSpPr>
              <a:cxnSpLocks/>
            </p:cNvCxnSpPr>
            <p:nvPr/>
          </p:nvCxnSpPr>
          <p:spPr>
            <a:xfrm>
              <a:off x="346539" y="5928158"/>
              <a:ext cx="323902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0B8B957A-CFB2-40E0-C2E5-143453D7E7FC}"/>
              </a:ext>
            </a:extLst>
          </p:cNvPr>
          <p:cNvSpPr/>
          <p:nvPr/>
        </p:nvSpPr>
        <p:spPr>
          <a:xfrm>
            <a:off x="9581337" y="4873554"/>
            <a:ext cx="2153386" cy="104603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67628C6-BF85-53B6-C2E8-404A144FEBCC}"/>
              </a:ext>
            </a:extLst>
          </p:cNvPr>
          <p:cNvSpPr/>
          <p:nvPr/>
        </p:nvSpPr>
        <p:spPr>
          <a:xfrm>
            <a:off x="3064988" y="2868243"/>
            <a:ext cx="1639036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Hyperparameter Tuning:</a:t>
            </a:r>
          </a:p>
          <a:p>
            <a:pPr marL="171450" indent="-171450">
              <a:buFontTx/>
              <a:buChar char="-"/>
            </a:pPr>
            <a:r>
              <a:rPr lang="en-US" sz="900" i="1" dirty="0">
                <a:solidFill>
                  <a:schemeClr val="tx1"/>
                </a:solidFill>
              </a:rPr>
              <a:t>Layer Optimization</a:t>
            </a:r>
          </a:p>
          <a:p>
            <a:pPr marL="171450" indent="-171450">
              <a:buFontTx/>
              <a:buChar char="-"/>
            </a:pPr>
            <a:r>
              <a:rPr lang="en-US" sz="900" i="1" dirty="0">
                <a:solidFill>
                  <a:schemeClr val="tx1"/>
                </a:solidFill>
              </a:rPr>
              <a:t>Learning Rate adjustment</a:t>
            </a:r>
          </a:p>
          <a:p>
            <a:pPr marL="171450" indent="-171450">
              <a:buFontTx/>
              <a:buChar char="-"/>
            </a:pPr>
            <a:r>
              <a:rPr lang="en-US" sz="900" i="1" dirty="0">
                <a:solidFill>
                  <a:schemeClr val="tx1"/>
                </a:solidFill>
              </a:rPr>
              <a:t>Loss function optimization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A5E567B-D377-65B1-1621-05B873F1750F}"/>
              </a:ext>
            </a:extLst>
          </p:cNvPr>
          <p:cNvSpPr/>
          <p:nvPr/>
        </p:nvSpPr>
        <p:spPr>
          <a:xfrm>
            <a:off x="3974774" y="3932110"/>
            <a:ext cx="1639036" cy="76451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u="sng" dirty="0">
                <a:solidFill>
                  <a:schemeClr val="tx1"/>
                </a:solidFill>
              </a:rPr>
              <a:t>Deploying Model:</a:t>
            </a:r>
          </a:p>
          <a:p>
            <a:pPr marL="171450" indent="-171450">
              <a:buFontTx/>
              <a:buChar char="-"/>
            </a:pPr>
            <a:r>
              <a:rPr lang="en-US" sz="900" i="1" dirty="0">
                <a:solidFill>
                  <a:schemeClr val="tx1"/>
                </a:solidFill>
              </a:rPr>
              <a:t>Deploy high performance model to the  RAW Data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670656B-7789-9583-B448-50AD125762F1}"/>
              </a:ext>
            </a:extLst>
          </p:cNvPr>
          <p:cNvCxnSpPr>
            <a:cxnSpLocks/>
            <a:stCxn id="47" idx="1"/>
            <a:endCxn id="14" idx="3"/>
          </p:cNvCxnSpPr>
          <p:nvPr/>
        </p:nvCxnSpPr>
        <p:spPr>
          <a:xfrm flipH="1">
            <a:off x="2815623" y="4314366"/>
            <a:ext cx="1159151" cy="502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FFE1BE5-BBEA-EFC1-DE58-FD0E3AB34C5F}"/>
              </a:ext>
            </a:extLst>
          </p:cNvPr>
          <p:cNvCxnSpPr>
            <a:cxnSpLocks/>
            <a:stCxn id="46" idx="1"/>
            <a:endCxn id="13" idx="3"/>
          </p:cNvCxnSpPr>
          <p:nvPr/>
        </p:nvCxnSpPr>
        <p:spPr>
          <a:xfrm flipH="1">
            <a:off x="2815623" y="3250499"/>
            <a:ext cx="249365" cy="122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23983CE-E3B4-0E3F-E05E-CDF0313F30F1}"/>
              </a:ext>
            </a:extLst>
          </p:cNvPr>
          <p:cNvCxnSpPr>
            <a:cxnSpLocks/>
            <a:stCxn id="11" idx="2"/>
            <a:endCxn id="47" idx="0"/>
          </p:cNvCxnSpPr>
          <p:nvPr/>
        </p:nvCxnSpPr>
        <p:spPr>
          <a:xfrm rot="5400000">
            <a:off x="5376519" y="3047487"/>
            <a:ext cx="302397" cy="146684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6E948C22-64C8-3CA4-2472-0BE8B2B7BEFB}"/>
              </a:ext>
            </a:extLst>
          </p:cNvPr>
          <p:cNvSpPr txBox="1">
            <a:spLocks/>
          </p:cNvSpPr>
          <p:nvPr/>
        </p:nvSpPr>
        <p:spPr>
          <a:xfrm>
            <a:off x="172015" y="419673"/>
            <a:ext cx="11878100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0070C0"/>
                </a:solidFill>
                <a:latin typeface="Bahnschrift" panose="020B0502040204020203" pitchFamily="34" charset="0"/>
              </a:rPr>
              <a:t>Process Flow of Forecasting Algorithm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A8B0F94-3EB4-7C67-F954-A0E25DEFC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3398"/>
            <a:ext cx="2055790" cy="54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3054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1C112EA-87CC-D367-BA2D-8013C063942E}"/>
                  </a:ext>
                </a:extLst>
              </p14:cNvPr>
              <p14:cNvContentPartPr/>
              <p14:nvPr/>
            </p14:nvContentPartPr>
            <p14:xfrm>
              <a:off x="3559920" y="2986992"/>
              <a:ext cx="4505040" cy="215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1C112EA-87CC-D367-BA2D-8013C06394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50920" y="2977992"/>
                <a:ext cx="45226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F39BF2-B74B-AC48-CB94-8A95C6CD5926}"/>
                  </a:ext>
                </a:extLst>
              </p14:cNvPr>
              <p14:cNvContentPartPr/>
              <p14:nvPr/>
            </p14:nvContentPartPr>
            <p14:xfrm>
              <a:off x="8083320" y="3182112"/>
              <a:ext cx="741600" cy="66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F39BF2-B74B-AC48-CB94-8A95C6CD59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65320" y="3164112"/>
                <a:ext cx="777240" cy="10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0ED4E93-FEE9-1B50-7528-AF0D992F5B8E}"/>
              </a:ext>
            </a:extLst>
          </p:cNvPr>
          <p:cNvGrpSpPr/>
          <p:nvPr/>
        </p:nvGrpSpPr>
        <p:grpSpPr>
          <a:xfrm>
            <a:off x="4876800" y="2651472"/>
            <a:ext cx="15840" cy="134280"/>
            <a:chOff x="4876800" y="2651472"/>
            <a:chExt cx="1584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882AF89-D65E-7C95-2ACF-6AF0DC9CA91E}"/>
                    </a:ext>
                  </a:extLst>
                </p14:cNvPr>
                <p14:cNvContentPartPr/>
                <p14:nvPr/>
              </p14:nvContentPartPr>
              <p14:xfrm>
                <a:off x="4876800" y="2651472"/>
                <a:ext cx="11160" cy="134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882AF89-D65E-7C95-2ACF-6AF0DC9CA91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67800" y="2642832"/>
                  <a:ext cx="28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D20F8CE-ECE7-76D4-64EC-51EC93497233}"/>
                    </a:ext>
                  </a:extLst>
                </p14:cNvPr>
                <p14:cNvContentPartPr/>
                <p14:nvPr/>
              </p14:nvContentPartPr>
              <p14:xfrm>
                <a:off x="4888680" y="2743272"/>
                <a:ext cx="39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D20F8CE-ECE7-76D4-64EC-51EC934972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80040" y="2734272"/>
                  <a:ext cx="216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6E88C6B-055D-60F1-9231-BCEC7A861676}"/>
                  </a:ext>
                </a:extLst>
              </p14:cNvPr>
              <p14:cNvContentPartPr/>
              <p14:nvPr/>
            </p14:nvContentPartPr>
            <p14:xfrm>
              <a:off x="8351520" y="2848032"/>
              <a:ext cx="128160" cy="115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6E88C6B-055D-60F1-9231-BCEC7A8616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33520" y="2830032"/>
                <a:ext cx="16380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F07B270-A051-0A94-C8C6-E84B3124D88B}"/>
                  </a:ext>
                </a:extLst>
              </p14:cNvPr>
              <p14:cNvContentPartPr/>
              <p14:nvPr/>
            </p14:nvContentPartPr>
            <p14:xfrm>
              <a:off x="8077200" y="3333672"/>
              <a:ext cx="779400" cy="37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F07B270-A051-0A94-C8C6-E84B3124D8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68200" y="3325032"/>
                <a:ext cx="7970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7C78FB9-F8BC-B0E3-65FF-DFE8346014AD}"/>
                  </a:ext>
                </a:extLst>
              </p14:cNvPr>
              <p14:cNvContentPartPr/>
              <p14:nvPr/>
            </p14:nvContentPartPr>
            <p14:xfrm>
              <a:off x="7866240" y="2446992"/>
              <a:ext cx="2091600" cy="1577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7C78FB9-F8BC-B0E3-65FF-DFE8346014A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857600" y="2438352"/>
                <a:ext cx="2109240" cy="159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F4248C-AA4D-6BC7-0CF4-4ECF1C7B7F3B}"/>
                  </a:ext>
                </a:extLst>
              </p14:cNvPr>
              <p14:cNvContentPartPr/>
              <p14:nvPr/>
            </p14:nvContentPartPr>
            <p14:xfrm>
              <a:off x="1112400" y="3624120"/>
              <a:ext cx="5767200" cy="1423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F4248C-AA4D-6BC7-0CF4-4ECF1C7B7F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03400" y="3615480"/>
                <a:ext cx="5784840" cy="144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A3DC8A8-6B41-B7E1-2F57-43A1EF4353C6}"/>
                  </a:ext>
                </a:extLst>
              </p14:cNvPr>
              <p14:cNvContentPartPr/>
              <p14:nvPr/>
            </p14:nvContentPartPr>
            <p14:xfrm>
              <a:off x="4251600" y="3389400"/>
              <a:ext cx="6816600" cy="3255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A3DC8A8-6B41-B7E1-2F57-43A1EF4353C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42960" y="3380760"/>
                <a:ext cx="6834240" cy="32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BA4A548-5CF5-C253-E5BA-A89F4344C487}"/>
                  </a:ext>
                </a:extLst>
              </p14:cNvPr>
              <p14:cNvContentPartPr/>
              <p14:nvPr/>
            </p14:nvContentPartPr>
            <p14:xfrm>
              <a:off x="716400" y="3450960"/>
              <a:ext cx="3889080" cy="671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BA4A548-5CF5-C253-E5BA-A89F4344C4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8400" y="3433320"/>
                <a:ext cx="3924720" cy="70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6546DDA-5100-0EDF-9B2B-894670347445}"/>
              </a:ext>
            </a:extLst>
          </p:cNvPr>
          <p:cNvGrpSpPr/>
          <p:nvPr/>
        </p:nvGrpSpPr>
        <p:grpSpPr>
          <a:xfrm>
            <a:off x="1203840" y="3285000"/>
            <a:ext cx="10092240" cy="3230280"/>
            <a:chOff x="1203840" y="3285000"/>
            <a:chExt cx="10092240" cy="32302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CD83F7-18D1-E635-F0CB-985A4B179EBA}"/>
                    </a:ext>
                  </a:extLst>
                </p14:cNvPr>
                <p14:cNvContentPartPr/>
                <p14:nvPr/>
              </p14:nvContentPartPr>
              <p14:xfrm>
                <a:off x="1203840" y="4473000"/>
                <a:ext cx="5430960" cy="223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CD83F7-18D1-E635-F0CB-985A4B179EB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85840" y="4455000"/>
                  <a:ext cx="54666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0E5BB74-96F9-B0E5-1F72-34220CA7E9C7}"/>
                    </a:ext>
                  </a:extLst>
                </p14:cNvPr>
                <p14:cNvContentPartPr/>
                <p14:nvPr/>
              </p14:nvContentPartPr>
              <p14:xfrm>
                <a:off x="4541400" y="3285000"/>
                <a:ext cx="6754680" cy="3230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0E5BB74-96F9-B0E5-1F72-34220CA7E9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23400" y="3267360"/>
                  <a:ext cx="6790320" cy="326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1122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55">
            <a:extLst>
              <a:ext uri="{FF2B5EF4-FFF2-40B4-BE49-F238E27FC236}">
                <a16:creationId xmlns:a16="http://schemas.microsoft.com/office/drawing/2014/main" id="{1FD37AE8-D178-DEF4-AFFC-0B0BBF06458D}"/>
              </a:ext>
            </a:extLst>
          </p:cNvPr>
          <p:cNvSpPr/>
          <p:nvPr/>
        </p:nvSpPr>
        <p:spPr>
          <a:xfrm>
            <a:off x="6379253" y="2888921"/>
            <a:ext cx="3247465" cy="1743612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AD0FE-EC2D-6EDF-25E1-759A2CEB6F04}"/>
              </a:ext>
            </a:extLst>
          </p:cNvPr>
          <p:cNvSpPr/>
          <p:nvPr/>
        </p:nvSpPr>
        <p:spPr>
          <a:xfrm>
            <a:off x="839350" y="1248192"/>
            <a:ext cx="1927264" cy="1524227"/>
          </a:xfrm>
          <a:prstGeom prst="rect">
            <a:avLst/>
          </a:prstGeom>
          <a:solidFill>
            <a:schemeClr val="accent3">
              <a:lumMod val="5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974F03-724B-7606-8EAE-36CDE1953613}"/>
              </a:ext>
            </a:extLst>
          </p:cNvPr>
          <p:cNvSpPr/>
          <p:nvPr/>
        </p:nvSpPr>
        <p:spPr>
          <a:xfrm>
            <a:off x="977791" y="2045460"/>
            <a:ext cx="1439434" cy="36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71CBA4-2CA9-53F1-7423-4A5D9B9A3B1B}"/>
              </a:ext>
            </a:extLst>
          </p:cNvPr>
          <p:cNvSpPr/>
          <p:nvPr/>
        </p:nvSpPr>
        <p:spPr>
          <a:xfrm>
            <a:off x="782320" y="846622"/>
            <a:ext cx="11409680" cy="324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900" dirty="0">
                <a:latin typeface="Verdana" panose="020B0604030504040204" pitchFamily="34" charset="0"/>
                <a:ea typeface="Verdana" panose="020B0604030504040204" pitchFamily="34" charset="0"/>
              </a:rPr>
              <a:t> Last Update: 21 February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A58BF-F3FF-84E3-B90E-B89759CA6735}"/>
              </a:ext>
            </a:extLst>
          </p:cNvPr>
          <p:cNvSpPr/>
          <p:nvPr/>
        </p:nvSpPr>
        <p:spPr>
          <a:xfrm>
            <a:off x="6782584" y="1271784"/>
            <a:ext cx="2880111" cy="1500635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16CBC-1454-3FBF-2E23-B9869567C635}"/>
              </a:ext>
            </a:extLst>
          </p:cNvPr>
          <p:cNvSpPr/>
          <p:nvPr/>
        </p:nvSpPr>
        <p:spPr>
          <a:xfrm>
            <a:off x="894594" y="4779640"/>
            <a:ext cx="4294850" cy="1810925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16A442-17E3-DAF8-1F8A-DB77DAA41C8B}"/>
              </a:ext>
            </a:extLst>
          </p:cNvPr>
          <p:cNvSpPr/>
          <p:nvPr/>
        </p:nvSpPr>
        <p:spPr>
          <a:xfrm>
            <a:off x="5247339" y="4769716"/>
            <a:ext cx="4294850" cy="1810925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1C39D2-645C-6A53-C925-0D8FD6F0D417}"/>
              </a:ext>
            </a:extLst>
          </p:cNvPr>
          <p:cNvSpPr/>
          <p:nvPr/>
        </p:nvSpPr>
        <p:spPr>
          <a:xfrm>
            <a:off x="2818745" y="1245069"/>
            <a:ext cx="1702430" cy="707439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73F501-52B9-F639-B1F5-A2A5F179735B}"/>
              </a:ext>
            </a:extLst>
          </p:cNvPr>
          <p:cNvSpPr/>
          <p:nvPr/>
        </p:nvSpPr>
        <p:spPr>
          <a:xfrm>
            <a:off x="9733280" y="1273199"/>
            <a:ext cx="2382520" cy="5441532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B8A63A-9523-90B1-FAA9-197894EF1FC2}"/>
              </a:ext>
            </a:extLst>
          </p:cNvPr>
          <p:cNvSpPr/>
          <p:nvPr/>
        </p:nvSpPr>
        <p:spPr>
          <a:xfrm>
            <a:off x="9733279" y="1263039"/>
            <a:ext cx="2382520" cy="286025"/>
          </a:xfrm>
          <a:prstGeom prst="rect">
            <a:avLst/>
          </a:prstGeom>
          <a:solidFill>
            <a:schemeClr val="accent5">
              <a:lumMod val="50000"/>
              <a:alpha val="48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dirty="0">
                <a:latin typeface="Verdana" panose="020B0604030504040204" pitchFamily="34" charset="0"/>
                <a:ea typeface="Verdana" panose="020B0604030504040204" pitchFamily="34" charset="0"/>
              </a:rPr>
              <a:t>Input Parameter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48A76E-CF4B-0BBB-FF77-92350E904C95}"/>
              </a:ext>
            </a:extLst>
          </p:cNvPr>
          <p:cNvSpPr/>
          <p:nvPr/>
        </p:nvSpPr>
        <p:spPr>
          <a:xfrm>
            <a:off x="10798483" y="1719382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53D39A-2113-C3A0-30CE-1713F444A35B}"/>
              </a:ext>
            </a:extLst>
          </p:cNvPr>
          <p:cNvSpPr/>
          <p:nvPr/>
        </p:nvSpPr>
        <p:spPr>
          <a:xfrm>
            <a:off x="9771860" y="1720095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BF60901-CE10-19B3-3B87-30D37FC50859}"/>
              </a:ext>
            </a:extLst>
          </p:cNvPr>
          <p:cNvSpPr/>
          <p:nvPr/>
        </p:nvSpPr>
        <p:spPr>
          <a:xfrm>
            <a:off x="10798223" y="2042669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C8BAFAA-D585-E945-FB45-2B83B38123E7}"/>
              </a:ext>
            </a:extLst>
          </p:cNvPr>
          <p:cNvSpPr/>
          <p:nvPr/>
        </p:nvSpPr>
        <p:spPr>
          <a:xfrm>
            <a:off x="9771600" y="2043382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2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5727CD-CE0B-D1DD-14DD-B574B6D70AE0}"/>
              </a:ext>
            </a:extLst>
          </p:cNvPr>
          <p:cNvSpPr/>
          <p:nvPr/>
        </p:nvSpPr>
        <p:spPr>
          <a:xfrm>
            <a:off x="10799544" y="2362931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B026458-E948-BB5A-2722-42AA12622417}"/>
              </a:ext>
            </a:extLst>
          </p:cNvPr>
          <p:cNvSpPr/>
          <p:nvPr/>
        </p:nvSpPr>
        <p:spPr>
          <a:xfrm>
            <a:off x="9772921" y="2363644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7B4AA54-6EA0-E7F4-EA72-E10C80B07020}"/>
              </a:ext>
            </a:extLst>
          </p:cNvPr>
          <p:cNvSpPr/>
          <p:nvPr/>
        </p:nvSpPr>
        <p:spPr>
          <a:xfrm>
            <a:off x="10797162" y="2663057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668F5B2-EE98-589E-95F4-67FFEE216A79}"/>
              </a:ext>
            </a:extLst>
          </p:cNvPr>
          <p:cNvSpPr/>
          <p:nvPr/>
        </p:nvSpPr>
        <p:spPr>
          <a:xfrm>
            <a:off x="9770539" y="2663770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4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6523BBF-2523-B7F9-D173-9404EFAC601D}"/>
              </a:ext>
            </a:extLst>
          </p:cNvPr>
          <p:cNvSpPr/>
          <p:nvPr/>
        </p:nvSpPr>
        <p:spPr>
          <a:xfrm>
            <a:off x="10796902" y="2986344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4AECEF-322A-9171-7DA0-4C134CD4EFC5}"/>
              </a:ext>
            </a:extLst>
          </p:cNvPr>
          <p:cNvSpPr/>
          <p:nvPr/>
        </p:nvSpPr>
        <p:spPr>
          <a:xfrm>
            <a:off x="9770279" y="2987057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5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11BCA6A-CC27-44FF-0E98-2FE93555F204}"/>
              </a:ext>
            </a:extLst>
          </p:cNvPr>
          <p:cNvSpPr/>
          <p:nvPr/>
        </p:nvSpPr>
        <p:spPr>
          <a:xfrm>
            <a:off x="10798223" y="3306606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305D0E4-9247-3FC7-D729-AD888BA9BC32}"/>
              </a:ext>
            </a:extLst>
          </p:cNvPr>
          <p:cNvSpPr/>
          <p:nvPr/>
        </p:nvSpPr>
        <p:spPr>
          <a:xfrm>
            <a:off x="9771600" y="3307319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6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57E873B-2E94-7BFE-C62D-34694B9F9190}"/>
              </a:ext>
            </a:extLst>
          </p:cNvPr>
          <p:cNvSpPr/>
          <p:nvPr/>
        </p:nvSpPr>
        <p:spPr>
          <a:xfrm>
            <a:off x="10797162" y="3608824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14DF516-2AA2-77FA-E6AE-57DE62D4F147}"/>
              </a:ext>
            </a:extLst>
          </p:cNvPr>
          <p:cNvSpPr/>
          <p:nvPr/>
        </p:nvSpPr>
        <p:spPr>
          <a:xfrm>
            <a:off x="9770539" y="3609537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7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9B6838B-74E7-12EE-369F-A9F8E9AF6A57}"/>
              </a:ext>
            </a:extLst>
          </p:cNvPr>
          <p:cNvSpPr/>
          <p:nvPr/>
        </p:nvSpPr>
        <p:spPr>
          <a:xfrm>
            <a:off x="10796902" y="3932111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7F48144-3DFD-3BA0-520A-7ACE52BA9A5F}"/>
              </a:ext>
            </a:extLst>
          </p:cNvPr>
          <p:cNvSpPr/>
          <p:nvPr/>
        </p:nvSpPr>
        <p:spPr>
          <a:xfrm>
            <a:off x="9770279" y="3932824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8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AEA07C2-90E2-123C-B69F-E2C52A940E12}"/>
              </a:ext>
            </a:extLst>
          </p:cNvPr>
          <p:cNvSpPr/>
          <p:nvPr/>
        </p:nvSpPr>
        <p:spPr>
          <a:xfrm>
            <a:off x="10798223" y="4252373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9BD92FA-048D-A9FF-621C-58FEDF375767}"/>
              </a:ext>
            </a:extLst>
          </p:cNvPr>
          <p:cNvSpPr/>
          <p:nvPr/>
        </p:nvSpPr>
        <p:spPr>
          <a:xfrm>
            <a:off x="9771600" y="4253086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9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A272CDC-6876-D12C-416D-18C9E6A86A2C}"/>
              </a:ext>
            </a:extLst>
          </p:cNvPr>
          <p:cNvSpPr/>
          <p:nvPr/>
        </p:nvSpPr>
        <p:spPr>
          <a:xfrm>
            <a:off x="10795841" y="4552499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B69E375-8D53-DA95-BAB2-9E6A86A35255}"/>
              </a:ext>
            </a:extLst>
          </p:cNvPr>
          <p:cNvSpPr/>
          <p:nvPr/>
        </p:nvSpPr>
        <p:spPr>
          <a:xfrm>
            <a:off x="9769218" y="4553212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10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818264A-11BF-5683-CE18-523C3CC0E8F9}"/>
              </a:ext>
            </a:extLst>
          </p:cNvPr>
          <p:cNvSpPr/>
          <p:nvPr/>
        </p:nvSpPr>
        <p:spPr>
          <a:xfrm>
            <a:off x="10795581" y="4875786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FC1D455-F63B-6329-B400-E4E58689870E}"/>
              </a:ext>
            </a:extLst>
          </p:cNvPr>
          <p:cNvSpPr/>
          <p:nvPr/>
        </p:nvSpPr>
        <p:spPr>
          <a:xfrm>
            <a:off x="9768958" y="4876499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11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EDA5D91-9F4F-C95A-81C0-B64D6C96E2F4}"/>
              </a:ext>
            </a:extLst>
          </p:cNvPr>
          <p:cNvSpPr/>
          <p:nvPr/>
        </p:nvSpPr>
        <p:spPr>
          <a:xfrm>
            <a:off x="10796902" y="5196048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CBB8338-8F8C-64FE-C435-65DC6F556FDB}"/>
              </a:ext>
            </a:extLst>
          </p:cNvPr>
          <p:cNvSpPr/>
          <p:nvPr/>
        </p:nvSpPr>
        <p:spPr>
          <a:xfrm>
            <a:off x="9770279" y="5196761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12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FCCB5D6-446A-E903-7362-C18A91B76679}"/>
              </a:ext>
            </a:extLst>
          </p:cNvPr>
          <p:cNvSpPr/>
          <p:nvPr/>
        </p:nvSpPr>
        <p:spPr>
          <a:xfrm>
            <a:off x="10798196" y="5519785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8778621-EAFA-2429-CF44-64480E73755E}"/>
              </a:ext>
            </a:extLst>
          </p:cNvPr>
          <p:cNvSpPr/>
          <p:nvPr/>
        </p:nvSpPr>
        <p:spPr>
          <a:xfrm>
            <a:off x="9771573" y="5520498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13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420BB50-DEAC-053E-DF49-E48F9D2EEEC5}"/>
              </a:ext>
            </a:extLst>
          </p:cNvPr>
          <p:cNvSpPr/>
          <p:nvPr/>
        </p:nvSpPr>
        <p:spPr>
          <a:xfrm>
            <a:off x="10795814" y="5819911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304E2DA-5BB4-4EDB-6C3D-F14C86C436E0}"/>
              </a:ext>
            </a:extLst>
          </p:cNvPr>
          <p:cNvSpPr/>
          <p:nvPr/>
        </p:nvSpPr>
        <p:spPr>
          <a:xfrm>
            <a:off x="9769191" y="5820624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14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9D6CC0D-BF78-A405-2FF5-091E40785BBB}"/>
              </a:ext>
            </a:extLst>
          </p:cNvPr>
          <p:cNvSpPr/>
          <p:nvPr/>
        </p:nvSpPr>
        <p:spPr>
          <a:xfrm>
            <a:off x="10795554" y="6143198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AEF9844-5D86-88BA-A30C-5CFCC8C1904A}"/>
              </a:ext>
            </a:extLst>
          </p:cNvPr>
          <p:cNvSpPr/>
          <p:nvPr/>
        </p:nvSpPr>
        <p:spPr>
          <a:xfrm>
            <a:off x="9768931" y="6143911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15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A041EC1-69D9-4856-4AC0-5FE941C9C605}"/>
              </a:ext>
            </a:extLst>
          </p:cNvPr>
          <p:cNvSpPr/>
          <p:nvPr/>
        </p:nvSpPr>
        <p:spPr>
          <a:xfrm>
            <a:off x="10796875" y="6463460"/>
            <a:ext cx="118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999.999.999.999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B0926F9-4CE0-9773-F7F0-10024AA00139}"/>
              </a:ext>
            </a:extLst>
          </p:cNvPr>
          <p:cNvSpPr/>
          <p:nvPr/>
        </p:nvSpPr>
        <p:spPr>
          <a:xfrm>
            <a:off x="9770252" y="6464173"/>
            <a:ext cx="1008000" cy="180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Parameter 16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74BCA15-2588-91AB-1DDA-FF7BFFCFEA18}"/>
              </a:ext>
            </a:extLst>
          </p:cNvPr>
          <p:cNvSpPr>
            <a:spLocks noChangeAspect="1"/>
          </p:cNvSpPr>
          <p:nvPr/>
        </p:nvSpPr>
        <p:spPr>
          <a:xfrm>
            <a:off x="957494" y="1376740"/>
            <a:ext cx="144000" cy="144000"/>
          </a:xfrm>
          <a:prstGeom prst="ellipse">
            <a:avLst/>
          </a:prstGeom>
          <a:solidFill>
            <a:srgbClr val="2F5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29FF43-18DF-2AB1-D965-F3E53C1FFAE6}"/>
              </a:ext>
            </a:extLst>
          </p:cNvPr>
          <p:cNvSpPr/>
          <p:nvPr/>
        </p:nvSpPr>
        <p:spPr>
          <a:xfrm>
            <a:off x="1059842" y="1335314"/>
            <a:ext cx="1734672" cy="224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100" b="1" dirty="0">
                <a:latin typeface="Verdana" panose="020B0604030504040204" pitchFamily="34" charset="0"/>
                <a:ea typeface="Verdana" panose="020B0604030504040204" pitchFamily="34" charset="0"/>
              </a:rPr>
              <a:t>Production</a:t>
            </a:r>
            <a:endParaRPr lang="en-ID" sz="11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CF586B1-B125-717F-4651-20574993B3FA}"/>
              </a:ext>
            </a:extLst>
          </p:cNvPr>
          <p:cNvSpPr/>
          <p:nvPr/>
        </p:nvSpPr>
        <p:spPr>
          <a:xfrm>
            <a:off x="2907591" y="1069578"/>
            <a:ext cx="1341681" cy="760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800" b="1" dirty="0" err="1">
                <a:latin typeface="Verdana" panose="020B0604030504040204" pitchFamily="34" charset="0"/>
                <a:ea typeface="Verdana" panose="020B0604030504040204" pitchFamily="34" charset="0"/>
              </a:rPr>
              <a:t>Banko</a:t>
            </a:r>
            <a:r>
              <a:rPr lang="en-ID" sz="800" b="1" dirty="0">
                <a:latin typeface="Verdana" panose="020B0604030504040204" pitchFamily="34" charset="0"/>
                <a:ea typeface="Verdana" panose="020B0604030504040204" pitchFamily="34" charset="0"/>
              </a:rPr>
              <a:t> Tengah</a:t>
            </a:r>
          </a:p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9.999.999 Ton </a:t>
            </a:r>
          </a:p>
          <a:p>
            <a:r>
              <a:rPr lang="en-ID" sz="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99,99% </a:t>
            </a:r>
            <a:r>
              <a:rPr lang="en-ID" sz="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15F415F-DE35-46A3-08B9-85891F02FD4A}"/>
              </a:ext>
            </a:extLst>
          </p:cNvPr>
          <p:cNvSpPr>
            <a:spLocks/>
          </p:cNvSpPr>
          <p:nvPr/>
        </p:nvSpPr>
        <p:spPr>
          <a:xfrm>
            <a:off x="2843294" y="1301527"/>
            <a:ext cx="126000" cy="126000"/>
          </a:xfrm>
          <a:prstGeom prst="ellipse">
            <a:avLst/>
          </a:prstGeom>
          <a:solidFill>
            <a:srgbClr val="FF5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75E9CF9-FE7B-44AA-7647-DB3BF6F0DBF0}"/>
              </a:ext>
            </a:extLst>
          </p:cNvPr>
          <p:cNvSpPr/>
          <p:nvPr/>
        </p:nvSpPr>
        <p:spPr>
          <a:xfrm>
            <a:off x="1053001" y="1530917"/>
            <a:ext cx="1439433" cy="233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100" dirty="0">
                <a:latin typeface="Verdana" panose="020B0604030504040204" pitchFamily="34" charset="0"/>
                <a:ea typeface="Verdana" panose="020B0604030504040204" pitchFamily="34" charset="0"/>
              </a:rPr>
              <a:t>99.999.999 Ton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59A93A-90ED-4DF0-76BA-2C00D2252366}"/>
              </a:ext>
            </a:extLst>
          </p:cNvPr>
          <p:cNvSpPr/>
          <p:nvPr/>
        </p:nvSpPr>
        <p:spPr>
          <a:xfrm>
            <a:off x="981219" y="2094624"/>
            <a:ext cx="1107353" cy="270000"/>
          </a:xfrm>
          <a:prstGeom prst="rect">
            <a:avLst/>
          </a:prstGeom>
          <a:solidFill>
            <a:srgbClr val="7030A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62" name="Chart 61">
            <a:extLst>
              <a:ext uri="{FF2B5EF4-FFF2-40B4-BE49-F238E27FC236}">
                <a16:creationId xmlns:a16="http://schemas.microsoft.com/office/drawing/2014/main" id="{B950D7F4-0FF2-5337-3BDF-464342F2E1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353417"/>
              </p:ext>
            </p:extLst>
          </p:nvPr>
        </p:nvGraphicFramePr>
        <p:xfrm>
          <a:off x="3848175" y="1366349"/>
          <a:ext cx="673511" cy="5668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3EFED645-D845-52D3-BE2A-A4E40033B919}"/>
              </a:ext>
            </a:extLst>
          </p:cNvPr>
          <p:cNvSpPr>
            <a:spLocks noChangeAspect="1"/>
          </p:cNvSpPr>
          <p:nvPr/>
        </p:nvSpPr>
        <p:spPr>
          <a:xfrm>
            <a:off x="1143997" y="1801669"/>
            <a:ext cx="108000" cy="108468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A360CDC-C0A3-2CD3-BE5F-2AFC9E726CBD}"/>
              </a:ext>
            </a:extLst>
          </p:cNvPr>
          <p:cNvSpPr/>
          <p:nvPr/>
        </p:nvSpPr>
        <p:spPr>
          <a:xfrm>
            <a:off x="1205402" y="1735272"/>
            <a:ext cx="1266250" cy="233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9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105,99% </a:t>
            </a:r>
            <a:r>
              <a:rPr lang="en-ID" sz="9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70B6FD8-8635-AABC-DB7A-F9CE50D7F840}"/>
              </a:ext>
            </a:extLst>
          </p:cNvPr>
          <p:cNvSpPr/>
          <p:nvPr/>
        </p:nvSpPr>
        <p:spPr>
          <a:xfrm>
            <a:off x="966824" y="2576544"/>
            <a:ext cx="396000" cy="14400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00" dirty="0">
                <a:latin typeface="Verdana" panose="020B0604030504040204" pitchFamily="34" charset="0"/>
                <a:ea typeface="Verdana" panose="020B0604030504040204" pitchFamily="34" charset="0"/>
              </a:rPr>
              <a:t>Real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5CC5330-0361-BAF1-EACC-AEFC2DABBC42}"/>
              </a:ext>
            </a:extLst>
          </p:cNvPr>
          <p:cNvSpPr/>
          <p:nvPr/>
        </p:nvSpPr>
        <p:spPr>
          <a:xfrm>
            <a:off x="1401446" y="2570958"/>
            <a:ext cx="396000" cy="161825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00" dirty="0">
                <a:latin typeface="Verdana" panose="020B0604030504040204" pitchFamily="34" charset="0"/>
                <a:ea typeface="Verdana" panose="020B0604030504040204" pitchFamily="34" charset="0"/>
              </a:rPr>
              <a:t>RKAP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5DF702A-7261-DB01-FF49-D62C49DD1E2E}"/>
              </a:ext>
            </a:extLst>
          </p:cNvPr>
          <p:cNvSpPr/>
          <p:nvPr/>
        </p:nvSpPr>
        <p:spPr>
          <a:xfrm>
            <a:off x="1835883" y="2565428"/>
            <a:ext cx="432000" cy="161825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00" dirty="0" err="1">
                <a:latin typeface="Verdana" panose="020B0604030504040204" pitchFamily="34" charset="0"/>
                <a:ea typeface="Verdana" panose="020B0604030504040204" pitchFamily="34" charset="0"/>
              </a:rPr>
              <a:t>Rakor</a:t>
            </a:r>
            <a:endParaRPr lang="en-ID" sz="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A7D9F9-3B07-43F2-AA9A-1DDC87FD96BD}"/>
              </a:ext>
            </a:extLst>
          </p:cNvPr>
          <p:cNvCxnSpPr>
            <a:cxnSpLocks/>
          </p:cNvCxnSpPr>
          <p:nvPr/>
        </p:nvCxnSpPr>
        <p:spPr>
          <a:xfrm flipH="1">
            <a:off x="977791" y="1928249"/>
            <a:ext cx="1871" cy="55526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9742EED9-70E6-97C6-118B-61CD550543DD}"/>
              </a:ext>
            </a:extLst>
          </p:cNvPr>
          <p:cNvSpPr>
            <a:spLocks noChangeAspect="1"/>
          </p:cNvSpPr>
          <p:nvPr/>
        </p:nvSpPr>
        <p:spPr>
          <a:xfrm>
            <a:off x="3001663" y="1527813"/>
            <a:ext cx="74244" cy="74566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5C4D590-5D52-E872-244F-2230C3F8B5FE}"/>
              </a:ext>
            </a:extLst>
          </p:cNvPr>
          <p:cNvSpPr/>
          <p:nvPr/>
        </p:nvSpPr>
        <p:spPr>
          <a:xfrm>
            <a:off x="2819257" y="2052986"/>
            <a:ext cx="1702430" cy="709200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8A9900D-E903-4943-AF91-C65CA5736743}"/>
              </a:ext>
            </a:extLst>
          </p:cNvPr>
          <p:cNvSpPr/>
          <p:nvPr/>
        </p:nvSpPr>
        <p:spPr>
          <a:xfrm>
            <a:off x="2907591" y="1855378"/>
            <a:ext cx="1341681" cy="760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800" b="1" dirty="0">
                <a:latin typeface="Verdana" panose="020B0604030504040204" pitchFamily="34" charset="0"/>
                <a:ea typeface="Verdana" panose="020B0604030504040204" pitchFamily="34" charset="0"/>
              </a:rPr>
              <a:t>MTB</a:t>
            </a:r>
          </a:p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9.999.999 Ton </a:t>
            </a:r>
          </a:p>
          <a:p>
            <a:r>
              <a:rPr lang="en-ID" sz="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99,99% </a:t>
            </a:r>
            <a:r>
              <a:rPr lang="en-ID" sz="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ACE98B8-F362-A705-5B02-49F2AEE08A9E}"/>
              </a:ext>
            </a:extLst>
          </p:cNvPr>
          <p:cNvSpPr>
            <a:spLocks/>
          </p:cNvSpPr>
          <p:nvPr/>
        </p:nvSpPr>
        <p:spPr>
          <a:xfrm>
            <a:off x="2843294" y="2087327"/>
            <a:ext cx="126000" cy="126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highlight>
                <a:srgbClr val="FFFF00"/>
              </a:highlight>
            </a:endParaRPr>
          </a:p>
        </p:txBody>
      </p:sp>
      <p:graphicFrame>
        <p:nvGraphicFramePr>
          <p:cNvPr id="83" name="Chart 82">
            <a:extLst>
              <a:ext uri="{FF2B5EF4-FFF2-40B4-BE49-F238E27FC236}">
                <a16:creationId xmlns:a16="http://schemas.microsoft.com/office/drawing/2014/main" id="{5BAEB22A-A244-6D0D-9184-DE5E3459B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0591050"/>
              </p:ext>
            </p:extLst>
          </p:nvPr>
        </p:nvGraphicFramePr>
        <p:xfrm>
          <a:off x="3848175" y="2138176"/>
          <a:ext cx="673511" cy="592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E0C08223-96E1-1EB4-29A2-090EF8841B58}"/>
              </a:ext>
            </a:extLst>
          </p:cNvPr>
          <p:cNvSpPr>
            <a:spLocks noChangeAspect="1"/>
          </p:cNvSpPr>
          <p:nvPr/>
        </p:nvSpPr>
        <p:spPr>
          <a:xfrm>
            <a:off x="3001663" y="2313613"/>
            <a:ext cx="74244" cy="74566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1047995-BD28-6508-4494-D3B0DC489B77}"/>
              </a:ext>
            </a:extLst>
          </p:cNvPr>
          <p:cNvSpPr/>
          <p:nvPr/>
        </p:nvSpPr>
        <p:spPr>
          <a:xfrm>
            <a:off x="4594875" y="1248192"/>
            <a:ext cx="1702800" cy="714141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04D6A99-9AB3-3EB7-E4B8-39EF7340EE2E}"/>
              </a:ext>
            </a:extLst>
          </p:cNvPr>
          <p:cNvSpPr/>
          <p:nvPr/>
        </p:nvSpPr>
        <p:spPr>
          <a:xfrm>
            <a:off x="4698451" y="1079969"/>
            <a:ext cx="1341681" cy="760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800" b="1" dirty="0" err="1">
                <a:latin typeface="Verdana" panose="020B0604030504040204" pitchFamily="34" charset="0"/>
                <a:ea typeface="Verdana" panose="020B0604030504040204" pitchFamily="34" charset="0"/>
              </a:rPr>
              <a:t>Banko</a:t>
            </a:r>
            <a:r>
              <a:rPr lang="en-ID" sz="800" b="1" dirty="0">
                <a:latin typeface="Verdana" panose="020B0604030504040204" pitchFamily="34" charset="0"/>
                <a:ea typeface="Verdana" panose="020B0604030504040204" pitchFamily="34" charset="0"/>
              </a:rPr>
              <a:t> Barat</a:t>
            </a:r>
          </a:p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9.999.999 Ton </a:t>
            </a:r>
          </a:p>
          <a:p>
            <a:r>
              <a:rPr lang="en-ID" sz="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99,99% </a:t>
            </a:r>
            <a:r>
              <a:rPr lang="en-ID" sz="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7028F9F-12F3-C87F-E2D0-2A636151BD43}"/>
              </a:ext>
            </a:extLst>
          </p:cNvPr>
          <p:cNvSpPr>
            <a:spLocks/>
          </p:cNvSpPr>
          <p:nvPr/>
        </p:nvSpPr>
        <p:spPr>
          <a:xfrm>
            <a:off x="4621454" y="1311918"/>
            <a:ext cx="126000" cy="126000"/>
          </a:xfrm>
          <a:prstGeom prst="ellipse">
            <a:avLst/>
          </a:prstGeom>
          <a:solidFill>
            <a:srgbClr val="F281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aphicFrame>
        <p:nvGraphicFramePr>
          <p:cNvPr id="89" name="Chart 88">
            <a:extLst>
              <a:ext uri="{FF2B5EF4-FFF2-40B4-BE49-F238E27FC236}">
                <a16:creationId xmlns:a16="http://schemas.microsoft.com/office/drawing/2014/main" id="{798BA51C-AA13-04B7-8891-BA877973DE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0757519"/>
              </p:ext>
            </p:extLst>
          </p:nvPr>
        </p:nvGraphicFramePr>
        <p:xfrm>
          <a:off x="5639035" y="1376740"/>
          <a:ext cx="482952" cy="57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5A8007F9-8383-24CC-9D19-0191015D415D}"/>
              </a:ext>
            </a:extLst>
          </p:cNvPr>
          <p:cNvSpPr>
            <a:spLocks noChangeAspect="1"/>
          </p:cNvSpPr>
          <p:nvPr/>
        </p:nvSpPr>
        <p:spPr>
          <a:xfrm>
            <a:off x="4792523" y="1538204"/>
            <a:ext cx="74244" cy="74566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FE48670-7B20-DBD2-71DD-C111538B79CA}"/>
              </a:ext>
            </a:extLst>
          </p:cNvPr>
          <p:cNvSpPr/>
          <p:nvPr/>
        </p:nvSpPr>
        <p:spPr>
          <a:xfrm>
            <a:off x="4594877" y="2063377"/>
            <a:ext cx="1702430" cy="709200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4F22E24-202B-C518-6CC1-7D7C80911E37}"/>
              </a:ext>
            </a:extLst>
          </p:cNvPr>
          <p:cNvSpPr/>
          <p:nvPr/>
        </p:nvSpPr>
        <p:spPr>
          <a:xfrm>
            <a:off x="4698451" y="1865769"/>
            <a:ext cx="1341681" cy="760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800" b="1" dirty="0">
                <a:latin typeface="Verdana" panose="020B0604030504040204" pitchFamily="34" charset="0"/>
                <a:ea typeface="Verdana" panose="020B0604030504040204" pitchFamily="34" charset="0"/>
              </a:rPr>
              <a:t>TAL</a:t>
            </a:r>
          </a:p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9.999.999 Ton </a:t>
            </a:r>
          </a:p>
          <a:p>
            <a:r>
              <a:rPr lang="en-ID" sz="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99,99% </a:t>
            </a:r>
            <a:r>
              <a:rPr lang="en-ID" sz="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4A64466-FE79-5607-9E48-11685A3D5D4B}"/>
              </a:ext>
            </a:extLst>
          </p:cNvPr>
          <p:cNvSpPr>
            <a:spLocks/>
          </p:cNvSpPr>
          <p:nvPr/>
        </p:nvSpPr>
        <p:spPr>
          <a:xfrm>
            <a:off x="4613834" y="2097718"/>
            <a:ext cx="126000" cy="126000"/>
          </a:xfrm>
          <a:prstGeom prst="ellipse">
            <a:avLst/>
          </a:prstGeom>
          <a:solidFill>
            <a:srgbClr val="008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aphicFrame>
        <p:nvGraphicFramePr>
          <p:cNvPr id="95" name="Chart 94">
            <a:extLst>
              <a:ext uri="{FF2B5EF4-FFF2-40B4-BE49-F238E27FC236}">
                <a16:creationId xmlns:a16="http://schemas.microsoft.com/office/drawing/2014/main" id="{6F0F2B2B-8F40-E1EA-778C-A2681F0152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8445827"/>
              </p:ext>
            </p:extLst>
          </p:nvPr>
        </p:nvGraphicFramePr>
        <p:xfrm>
          <a:off x="5639035" y="2148567"/>
          <a:ext cx="898394" cy="592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08C45364-CA42-D2B0-4BC8-D1A4719101E5}"/>
              </a:ext>
            </a:extLst>
          </p:cNvPr>
          <p:cNvSpPr>
            <a:spLocks noChangeAspect="1"/>
          </p:cNvSpPr>
          <p:nvPr/>
        </p:nvSpPr>
        <p:spPr>
          <a:xfrm>
            <a:off x="4792523" y="2324004"/>
            <a:ext cx="74244" cy="74566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48A8FDEF-7B67-2475-C6F8-6F40505D71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7821312"/>
              </p:ext>
            </p:extLst>
          </p:nvPr>
        </p:nvGraphicFramePr>
        <p:xfrm>
          <a:off x="6351902" y="1248192"/>
          <a:ext cx="3310794" cy="1524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D5C4048-29FD-8B6C-6F43-DD830351C2D1}"/>
              </a:ext>
            </a:extLst>
          </p:cNvPr>
          <p:cNvCxnSpPr>
            <a:cxnSpLocks/>
          </p:cNvCxnSpPr>
          <p:nvPr/>
        </p:nvCxnSpPr>
        <p:spPr>
          <a:xfrm flipH="1">
            <a:off x="2997939" y="1640014"/>
            <a:ext cx="6253" cy="312494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37880B1-A20E-B8B8-F95D-7D9F8EAB662F}"/>
              </a:ext>
            </a:extLst>
          </p:cNvPr>
          <p:cNvSpPr/>
          <p:nvPr/>
        </p:nvSpPr>
        <p:spPr>
          <a:xfrm>
            <a:off x="979662" y="2140947"/>
            <a:ext cx="1734672" cy="1799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09C61F-A24B-B1A5-83FB-017B6D8C1BD6}"/>
              </a:ext>
            </a:extLst>
          </p:cNvPr>
          <p:cNvSpPr>
            <a:spLocks/>
          </p:cNvSpPr>
          <p:nvPr/>
        </p:nvSpPr>
        <p:spPr>
          <a:xfrm>
            <a:off x="3007287" y="1686669"/>
            <a:ext cx="576000" cy="19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F3A060B-068B-B1F5-11A9-5D4DF04F9A3B}"/>
              </a:ext>
            </a:extLst>
          </p:cNvPr>
          <p:cNvSpPr>
            <a:spLocks/>
          </p:cNvSpPr>
          <p:nvPr/>
        </p:nvSpPr>
        <p:spPr>
          <a:xfrm>
            <a:off x="3009405" y="1716609"/>
            <a:ext cx="504000" cy="140400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CB1CF3-65B2-607A-3AAB-BC179C125678}"/>
              </a:ext>
            </a:extLst>
          </p:cNvPr>
          <p:cNvSpPr>
            <a:spLocks/>
          </p:cNvSpPr>
          <p:nvPr/>
        </p:nvSpPr>
        <p:spPr>
          <a:xfrm>
            <a:off x="3008658" y="1740865"/>
            <a:ext cx="684000" cy="89609"/>
          </a:xfrm>
          <a:prstGeom prst="rect">
            <a:avLst/>
          </a:prstGeom>
          <a:solidFill>
            <a:srgbClr val="FF5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957BF67-24CA-FDE7-9875-137D89B53F4B}"/>
              </a:ext>
            </a:extLst>
          </p:cNvPr>
          <p:cNvCxnSpPr>
            <a:cxnSpLocks/>
          </p:cNvCxnSpPr>
          <p:nvPr/>
        </p:nvCxnSpPr>
        <p:spPr>
          <a:xfrm flipH="1">
            <a:off x="4777730" y="1655789"/>
            <a:ext cx="6253" cy="312494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489F8C7-7449-B495-3DB5-4EB86907F105}"/>
              </a:ext>
            </a:extLst>
          </p:cNvPr>
          <p:cNvSpPr>
            <a:spLocks/>
          </p:cNvSpPr>
          <p:nvPr/>
        </p:nvSpPr>
        <p:spPr>
          <a:xfrm>
            <a:off x="4787078" y="1702444"/>
            <a:ext cx="576000" cy="19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87D476B-796D-FBAE-85A1-296C077FA36D}"/>
              </a:ext>
            </a:extLst>
          </p:cNvPr>
          <p:cNvSpPr>
            <a:spLocks/>
          </p:cNvSpPr>
          <p:nvPr/>
        </p:nvSpPr>
        <p:spPr>
          <a:xfrm>
            <a:off x="4789196" y="1732384"/>
            <a:ext cx="504000" cy="140400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2670F77-5490-9372-F6F3-44F5B7F2A211}"/>
              </a:ext>
            </a:extLst>
          </p:cNvPr>
          <p:cNvSpPr>
            <a:spLocks/>
          </p:cNvSpPr>
          <p:nvPr/>
        </p:nvSpPr>
        <p:spPr>
          <a:xfrm>
            <a:off x="4788449" y="1756640"/>
            <a:ext cx="684000" cy="89609"/>
          </a:xfrm>
          <a:prstGeom prst="rect">
            <a:avLst/>
          </a:prstGeom>
          <a:solidFill>
            <a:srgbClr val="F281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8BB3E1C-6F21-FA74-F2E0-25C6EE601CD8}"/>
              </a:ext>
            </a:extLst>
          </p:cNvPr>
          <p:cNvCxnSpPr>
            <a:cxnSpLocks/>
          </p:cNvCxnSpPr>
          <p:nvPr/>
        </p:nvCxnSpPr>
        <p:spPr>
          <a:xfrm flipH="1">
            <a:off x="3005879" y="2425593"/>
            <a:ext cx="6253" cy="312494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525A989-05A2-E077-39CC-9AA2373F1E2C}"/>
              </a:ext>
            </a:extLst>
          </p:cNvPr>
          <p:cNvSpPr>
            <a:spLocks/>
          </p:cNvSpPr>
          <p:nvPr/>
        </p:nvSpPr>
        <p:spPr>
          <a:xfrm>
            <a:off x="3015227" y="2472248"/>
            <a:ext cx="576000" cy="19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5DF6061-3989-ADF4-7B9F-CCC05A3BCADD}"/>
              </a:ext>
            </a:extLst>
          </p:cNvPr>
          <p:cNvSpPr>
            <a:spLocks/>
          </p:cNvSpPr>
          <p:nvPr/>
        </p:nvSpPr>
        <p:spPr>
          <a:xfrm>
            <a:off x="3017345" y="2502188"/>
            <a:ext cx="504000" cy="140400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1C2D64C-E565-C5FD-0B22-7BFB4E92F77B}"/>
              </a:ext>
            </a:extLst>
          </p:cNvPr>
          <p:cNvSpPr>
            <a:spLocks/>
          </p:cNvSpPr>
          <p:nvPr/>
        </p:nvSpPr>
        <p:spPr>
          <a:xfrm>
            <a:off x="3016598" y="2526444"/>
            <a:ext cx="684000" cy="89609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AFFBE56-380D-6851-7400-167A366446AC}"/>
              </a:ext>
            </a:extLst>
          </p:cNvPr>
          <p:cNvCxnSpPr>
            <a:cxnSpLocks/>
          </p:cNvCxnSpPr>
          <p:nvPr/>
        </p:nvCxnSpPr>
        <p:spPr>
          <a:xfrm flipH="1">
            <a:off x="4791065" y="2424618"/>
            <a:ext cx="6253" cy="312494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EA702E0-C080-BE4D-3D88-3A112D380438}"/>
              </a:ext>
            </a:extLst>
          </p:cNvPr>
          <p:cNvSpPr>
            <a:spLocks/>
          </p:cNvSpPr>
          <p:nvPr/>
        </p:nvSpPr>
        <p:spPr>
          <a:xfrm>
            <a:off x="4800413" y="2471273"/>
            <a:ext cx="576000" cy="19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20F04DF-C1A1-9CC7-6225-90FB5C79EFC3}"/>
              </a:ext>
            </a:extLst>
          </p:cNvPr>
          <p:cNvSpPr>
            <a:spLocks/>
          </p:cNvSpPr>
          <p:nvPr/>
        </p:nvSpPr>
        <p:spPr>
          <a:xfrm>
            <a:off x="4802531" y="2501213"/>
            <a:ext cx="504000" cy="140400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059EF6A-D1BB-6160-02BC-CB7003DA6037}"/>
              </a:ext>
            </a:extLst>
          </p:cNvPr>
          <p:cNvSpPr>
            <a:spLocks/>
          </p:cNvSpPr>
          <p:nvPr/>
        </p:nvSpPr>
        <p:spPr>
          <a:xfrm>
            <a:off x="4801784" y="2525469"/>
            <a:ext cx="684000" cy="89609"/>
          </a:xfrm>
          <a:prstGeom prst="rect">
            <a:avLst/>
          </a:prstGeom>
          <a:solidFill>
            <a:srgbClr val="008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43" name="Chart 142">
            <a:extLst>
              <a:ext uri="{FF2B5EF4-FFF2-40B4-BE49-F238E27FC236}">
                <a16:creationId xmlns:a16="http://schemas.microsoft.com/office/drawing/2014/main" id="{2285C980-2C1C-CAEA-07E0-84851FEF43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5242101"/>
              </p:ext>
            </p:extLst>
          </p:nvPr>
        </p:nvGraphicFramePr>
        <p:xfrm>
          <a:off x="839350" y="2855457"/>
          <a:ext cx="5457957" cy="177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44" name="Rectangle 143">
            <a:extLst>
              <a:ext uri="{FF2B5EF4-FFF2-40B4-BE49-F238E27FC236}">
                <a16:creationId xmlns:a16="http://schemas.microsoft.com/office/drawing/2014/main" id="{4FD77790-94B0-A240-2519-915F8E8F82EC}"/>
              </a:ext>
            </a:extLst>
          </p:cNvPr>
          <p:cNvSpPr/>
          <p:nvPr/>
        </p:nvSpPr>
        <p:spPr>
          <a:xfrm>
            <a:off x="2312495" y="2565428"/>
            <a:ext cx="432000" cy="161825"/>
          </a:xfrm>
          <a:prstGeom prst="rect">
            <a:avLst/>
          </a:prstGeom>
          <a:solidFill>
            <a:srgbClr val="73B4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00" dirty="0"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8FEDA815-85C8-4FE1-EDC8-15F60A12989E}"/>
              </a:ext>
            </a:extLst>
          </p:cNvPr>
          <p:cNvCxnSpPr/>
          <p:nvPr/>
        </p:nvCxnSpPr>
        <p:spPr>
          <a:xfrm>
            <a:off x="3616620" y="2433512"/>
            <a:ext cx="0" cy="28800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8F86871-8257-F285-7DE6-9A662B4C91FF}"/>
              </a:ext>
            </a:extLst>
          </p:cNvPr>
          <p:cNvCxnSpPr/>
          <p:nvPr/>
        </p:nvCxnSpPr>
        <p:spPr>
          <a:xfrm>
            <a:off x="3669960" y="1641669"/>
            <a:ext cx="0" cy="28800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13163D8E-88C9-F7C9-787B-5700E5A73831}"/>
              </a:ext>
            </a:extLst>
          </p:cNvPr>
          <p:cNvCxnSpPr/>
          <p:nvPr/>
        </p:nvCxnSpPr>
        <p:spPr>
          <a:xfrm>
            <a:off x="5472449" y="1665996"/>
            <a:ext cx="0" cy="28800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3AD2EA7-B1AF-0108-A9BE-9B5BB92A3487}"/>
              </a:ext>
            </a:extLst>
          </p:cNvPr>
          <p:cNvCxnSpPr/>
          <p:nvPr/>
        </p:nvCxnSpPr>
        <p:spPr>
          <a:xfrm>
            <a:off x="5461949" y="2433512"/>
            <a:ext cx="0" cy="28800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B4A6465-398B-E64B-E10C-9991AE7A7D55}"/>
              </a:ext>
            </a:extLst>
          </p:cNvPr>
          <p:cNvCxnSpPr>
            <a:cxnSpLocks/>
          </p:cNvCxnSpPr>
          <p:nvPr/>
        </p:nvCxnSpPr>
        <p:spPr>
          <a:xfrm>
            <a:off x="2492434" y="1933881"/>
            <a:ext cx="0" cy="61200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159" name="Table 158">
            <a:extLst>
              <a:ext uri="{FF2B5EF4-FFF2-40B4-BE49-F238E27FC236}">
                <a16:creationId xmlns:a16="http://schemas.microsoft.com/office/drawing/2014/main" id="{B8983EF0-AD96-6FDC-C562-A49C560C3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498100"/>
              </p:ext>
            </p:extLst>
          </p:nvPr>
        </p:nvGraphicFramePr>
        <p:xfrm>
          <a:off x="6379253" y="3116738"/>
          <a:ext cx="3277467" cy="1386328"/>
        </p:xfrm>
        <a:graphic>
          <a:graphicData uri="http://schemas.openxmlformats.org/drawingml/2006/table">
            <a:tbl>
              <a:tblPr/>
              <a:tblGrid>
                <a:gridCol w="397467">
                  <a:extLst>
                    <a:ext uri="{9D8B030D-6E8A-4147-A177-3AD203B41FA5}">
                      <a16:colId xmlns:a16="http://schemas.microsoft.com/office/drawing/2014/main" val="335619500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877576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580890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548716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6584646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3334631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3094658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0076587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816958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78947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600079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5497478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8222990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403047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2760674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4386522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63434342"/>
                    </a:ext>
                  </a:extLst>
                </a:gridCol>
              </a:tblGrid>
              <a:tr h="170450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Area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Kalori</a:t>
                      </a:r>
                      <a:endParaRPr lang="en-US" sz="1100" b="0" i="0" u="none" strike="noStrike" dirty="0">
                        <a:solidFill>
                          <a:srgbClr val="BFBFB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35189"/>
                  </a:ext>
                </a:extLst>
              </a:tr>
              <a:tr h="170450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2055"/>
                  </a:ext>
                </a:extLst>
              </a:tr>
              <a:tr h="26135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Banko</a:t>
                      </a:r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 Barat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4CEE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A5C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4D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3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0,83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55F8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D9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8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094B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25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749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6C9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7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2E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700400"/>
                  </a:ext>
                </a:extLst>
              </a:tr>
              <a:tr h="26135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Banko</a:t>
                      </a:r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 Tengah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A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0,52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9C6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2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A7C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A6C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7CFE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D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4DB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E5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4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D3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298B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0B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A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327451"/>
                  </a:ext>
                </a:extLst>
              </a:tr>
              <a:tr h="26135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MTB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C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699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CC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8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7A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8AA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88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CA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8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8E1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6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B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CB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6D9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44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19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467302"/>
                  </a:ext>
                </a:extLst>
              </a:tr>
              <a:tr h="26135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195B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8CB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B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C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7FA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82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D1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42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D5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92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46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D8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0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88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7872"/>
                  </a:ext>
                </a:extLst>
              </a:tr>
            </a:tbl>
          </a:graphicData>
        </a:graphic>
      </p:graphicFrame>
      <p:sp>
        <p:nvSpPr>
          <p:cNvPr id="160" name="Rectangle 159">
            <a:extLst>
              <a:ext uri="{FF2B5EF4-FFF2-40B4-BE49-F238E27FC236}">
                <a16:creationId xmlns:a16="http://schemas.microsoft.com/office/drawing/2014/main" id="{980C8E29-71EA-DE82-8002-D143656D9AC0}"/>
              </a:ext>
            </a:extLst>
          </p:cNvPr>
          <p:cNvSpPr/>
          <p:nvPr/>
        </p:nvSpPr>
        <p:spPr>
          <a:xfrm>
            <a:off x="7158960" y="2888921"/>
            <a:ext cx="1734672" cy="224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00" b="1" dirty="0">
                <a:latin typeface="Verdana" panose="020B0604030504040204" pitchFamily="34" charset="0"/>
                <a:ea typeface="Verdana" panose="020B0604030504040204" pitchFamily="34" charset="0"/>
              </a:rPr>
              <a:t>Product Name</a:t>
            </a:r>
            <a:endParaRPr lang="en-ID" sz="11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51B5789-A047-3286-7419-0BA85F090B7C}"/>
              </a:ext>
            </a:extLst>
          </p:cNvPr>
          <p:cNvSpPr/>
          <p:nvPr/>
        </p:nvSpPr>
        <p:spPr>
          <a:xfrm>
            <a:off x="9201865" y="924560"/>
            <a:ext cx="592375" cy="2071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 err="1">
                <a:latin typeface="Verdana" panose="020B0604030504040204" pitchFamily="34" charset="0"/>
                <a:ea typeface="Verdana" panose="020B0604030504040204" pitchFamily="34" charset="0"/>
              </a:rPr>
              <a:t>Bulan</a:t>
            </a:r>
            <a:endParaRPr lang="en-ID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3C9AE0E-AF00-1AA6-5E49-48A55FE8DFBC}"/>
              </a:ext>
            </a:extLst>
          </p:cNvPr>
          <p:cNvSpPr/>
          <p:nvPr/>
        </p:nvSpPr>
        <p:spPr>
          <a:xfrm>
            <a:off x="9719093" y="925755"/>
            <a:ext cx="887552" cy="19727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>
                <a:latin typeface="Verdana" panose="020B0604030504040204" pitchFamily="34" charset="0"/>
                <a:ea typeface="Verdana" panose="020B0604030504040204" pitchFamily="34" charset="0"/>
              </a:rPr>
              <a:t>January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648687A-CC90-FCAB-AB79-CB1E742557B8}"/>
              </a:ext>
            </a:extLst>
          </p:cNvPr>
          <p:cNvSpPr/>
          <p:nvPr/>
        </p:nvSpPr>
        <p:spPr>
          <a:xfrm>
            <a:off x="10613173" y="902678"/>
            <a:ext cx="592375" cy="2071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 err="1">
                <a:latin typeface="Verdana" panose="020B0604030504040204" pitchFamily="34" charset="0"/>
                <a:ea typeface="Verdana" panose="020B0604030504040204" pitchFamily="34" charset="0"/>
              </a:rPr>
              <a:t>Tahun</a:t>
            </a:r>
            <a:endParaRPr lang="en-ID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E1878CB-B0A6-8511-1C75-E969C84EFFBB}"/>
              </a:ext>
            </a:extLst>
          </p:cNvPr>
          <p:cNvSpPr/>
          <p:nvPr/>
        </p:nvSpPr>
        <p:spPr>
          <a:xfrm>
            <a:off x="11130401" y="903873"/>
            <a:ext cx="887552" cy="19727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>
                <a:latin typeface="Verdana" panose="020B0604030504040204" pitchFamily="34" charset="0"/>
                <a:ea typeface="Verdana" panose="020B0604030504040204" pitchFamily="34" charset="0"/>
              </a:rPr>
              <a:t>2023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5AE27F8-D909-D20F-386D-2B6C53B49266}"/>
              </a:ext>
            </a:extLst>
          </p:cNvPr>
          <p:cNvSpPr/>
          <p:nvPr/>
        </p:nvSpPr>
        <p:spPr>
          <a:xfrm>
            <a:off x="7525552" y="903045"/>
            <a:ext cx="850758" cy="218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 err="1">
                <a:latin typeface="Verdana" panose="020B0604030504040204" pitchFamily="34" charset="0"/>
                <a:ea typeface="Verdana" panose="020B0604030504040204" pitchFamily="34" charset="0"/>
              </a:rPr>
              <a:t>Peiiode</a:t>
            </a:r>
            <a:endParaRPr lang="en-ID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49327A3-9A58-644C-A71A-47B55368E560}"/>
              </a:ext>
            </a:extLst>
          </p:cNvPr>
          <p:cNvSpPr/>
          <p:nvPr/>
        </p:nvSpPr>
        <p:spPr>
          <a:xfrm>
            <a:off x="8270682" y="924560"/>
            <a:ext cx="887552" cy="19727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6341B7-CD70-0615-2C94-E2E10A888C2F}"/>
              </a:ext>
            </a:extLst>
          </p:cNvPr>
          <p:cNvSpPr/>
          <p:nvPr/>
        </p:nvSpPr>
        <p:spPr>
          <a:xfrm>
            <a:off x="5485784" y="192313"/>
            <a:ext cx="3672450" cy="654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 err="1"/>
              <a:t>Mockup</a:t>
            </a:r>
            <a:r>
              <a:rPr lang="en-ID" dirty="0"/>
              <a:t> Version 1</a:t>
            </a:r>
          </a:p>
        </p:txBody>
      </p:sp>
    </p:spTree>
    <p:extLst>
      <p:ext uri="{BB962C8B-B14F-4D97-AF65-F5344CB8AC3E}">
        <p14:creationId xmlns:p14="http://schemas.microsoft.com/office/powerpoint/2010/main" val="215944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55">
            <a:extLst>
              <a:ext uri="{FF2B5EF4-FFF2-40B4-BE49-F238E27FC236}">
                <a16:creationId xmlns:a16="http://schemas.microsoft.com/office/drawing/2014/main" id="{1FD37AE8-D178-DEF4-AFFC-0B0BBF06458D}"/>
              </a:ext>
            </a:extLst>
          </p:cNvPr>
          <p:cNvSpPr/>
          <p:nvPr/>
        </p:nvSpPr>
        <p:spPr>
          <a:xfrm>
            <a:off x="7210533" y="2888921"/>
            <a:ext cx="3247465" cy="1743612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AD0FE-EC2D-6EDF-25E1-759A2CEB6F04}"/>
              </a:ext>
            </a:extLst>
          </p:cNvPr>
          <p:cNvSpPr/>
          <p:nvPr/>
        </p:nvSpPr>
        <p:spPr>
          <a:xfrm>
            <a:off x="1670630" y="1248192"/>
            <a:ext cx="1927264" cy="1524227"/>
          </a:xfrm>
          <a:prstGeom prst="rect">
            <a:avLst/>
          </a:prstGeom>
          <a:solidFill>
            <a:schemeClr val="accent3">
              <a:lumMod val="5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974F03-724B-7606-8EAE-36CDE1953613}"/>
              </a:ext>
            </a:extLst>
          </p:cNvPr>
          <p:cNvSpPr/>
          <p:nvPr/>
        </p:nvSpPr>
        <p:spPr>
          <a:xfrm>
            <a:off x="1809071" y="2045460"/>
            <a:ext cx="1439434" cy="36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71CBA4-2CA9-53F1-7423-4A5D9B9A3B1B}"/>
              </a:ext>
            </a:extLst>
          </p:cNvPr>
          <p:cNvSpPr/>
          <p:nvPr/>
        </p:nvSpPr>
        <p:spPr>
          <a:xfrm>
            <a:off x="782320" y="846622"/>
            <a:ext cx="11409680" cy="324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900" dirty="0">
                <a:latin typeface="Verdana" panose="020B0604030504040204" pitchFamily="34" charset="0"/>
                <a:ea typeface="Verdana" panose="020B0604030504040204" pitchFamily="34" charset="0"/>
              </a:rPr>
              <a:t> Last Update: 31 February 2023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BA58BF-F3FF-84E3-B90E-B89759CA6735}"/>
              </a:ext>
            </a:extLst>
          </p:cNvPr>
          <p:cNvSpPr/>
          <p:nvPr/>
        </p:nvSpPr>
        <p:spPr>
          <a:xfrm>
            <a:off x="7613864" y="1271784"/>
            <a:ext cx="2880111" cy="1500635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16CBC-1454-3FBF-2E23-B9869567C635}"/>
              </a:ext>
            </a:extLst>
          </p:cNvPr>
          <p:cNvSpPr/>
          <p:nvPr/>
        </p:nvSpPr>
        <p:spPr>
          <a:xfrm>
            <a:off x="1725874" y="4779640"/>
            <a:ext cx="4294850" cy="1810925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16A442-17E3-DAF8-1F8A-DB77DAA41C8B}"/>
              </a:ext>
            </a:extLst>
          </p:cNvPr>
          <p:cNvSpPr/>
          <p:nvPr/>
        </p:nvSpPr>
        <p:spPr>
          <a:xfrm>
            <a:off x="6078618" y="4769716"/>
            <a:ext cx="4379379" cy="1810925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1C39D2-645C-6A53-C925-0D8FD6F0D417}"/>
              </a:ext>
            </a:extLst>
          </p:cNvPr>
          <p:cNvSpPr/>
          <p:nvPr/>
        </p:nvSpPr>
        <p:spPr>
          <a:xfrm>
            <a:off x="3650025" y="1245069"/>
            <a:ext cx="1702430" cy="707439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74BCA15-2588-91AB-1DDA-FF7BFFCFEA18}"/>
              </a:ext>
            </a:extLst>
          </p:cNvPr>
          <p:cNvSpPr>
            <a:spLocks noChangeAspect="1"/>
          </p:cNvSpPr>
          <p:nvPr/>
        </p:nvSpPr>
        <p:spPr>
          <a:xfrm>
            <a:off x="1788774" y="1376740"/>
            <a:ext cx="144000" cy="144000"/>
          </a:xfrm>
          <a:prstGeom prst="ellipse">
            <a:avLst/>
          </a:prstGeom>
          <a:solidFill>
            <a:srgbClr val="2F5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29FF43-18DF-2AB1-D965-F3E53C1FFAE6}"/>
              </a:ext>
            </a:extLst>
          </p:cNvPr>
          <p:cNvSpPr/>
          <p:nvPr/>
        </p:nvSpPr>
        <p:spPr>
          <a:xfrm>
            <a:off x="1891122" y="1335314"/>
            <a:ext cx="1734672" cy="224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100" b="1" dirty="0">
                <a:latin typeface="Verdana" panose="020B0604030504040204" pitchFamily="34" charset="0"/>
                <a:ea typeface="Verdana" panose="020B0604030504040204" pitchFamily="34" charset="0"/>
              </a:rPr>
              <a:t>Production</a:t>
            </a:r>
            <a:endParaRPr lang="en-ID" sz="11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CF586B1-B125-717F-4651-20574993B3FA}"/>
              </a:ext>
            </a:extLst>
          </p:cNvPr>
          <p:cNvSpPr/>
          <p:nvPr/>
        </p:nvSpPr>
        <p:spPr>
          <a:xfrm>
            <a:off x="3751666" y="1062204"/>
            <a:ext cx="1341681" cy="760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800" b="1" dirty="0" err="1">
                <a:latin typeface="Verdana" panose="020B0604030504040204" pitchFamily="34" charset="0"/>
                <a:ea typeface="Verdana" panose="020B0604030504040204" pitchFamily="34" charset="0"/>
              </a:rPr>
              <a:t>Banko</a:t>
            </a:r>
            <a:r>
              <a:rPr lang="en-ID" sz="800" b="1" dirty="0">
                <a:latin typeface="Verdana" panose="020B0604030504040204" pitchFamily="34" charset="0"/>
                <a:ea typeface="Verdana" panose="020B0604030504040204" pitchFamily="34" charset="0"/>
              </a:rPr>
              <a:t> Tengah</a:t>
            </a:r>
          </a:p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9.999.999 Ton </a:t>
            </a:r>
          </a:p>
          <a:p>
            <a:r>
              <a:rPr lang="en-ID" sz="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99,99% </a:t>
            </a:r>
            <a:r>
              <a:rPr lang="en-ID" sz="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15F415F-DE35-46A3-08B9-85891F02FD4A}"/>
              </a:ext>
            </a:extLst>
          </p:cNvPr>
          <p:cNvSpPr>
            <a:spLocks/>
          </p:cNvSpPr>
          <p:nvPr/>
        </p:nvSpPr>
        <p:spPr>
          <a:xfrm>
            <a:off x="3674574" y="1301527"/>
            <a:ext cx="126000" cy="126000"/>
          </a:xfrm>
          <a:prstGeom prst="ellipse">
            <a:avLst/>
          </a:prstGeom>
          <a:solidFill>
            <a:srgbClr val="FF5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75E9CF9-FE7B-44AA-7647-DB3BF6F0DBF0}"/>
              </a:ext>
            </a:extLst>
          </p:cNvPr>
          <p:cNvSpPr/>
          <p:nvPr/>
        </p:nvSpPr>
        <p:spPr>
          <a:xfrm>
            <a:off x="1884281" y="1530917"/>
            <a:ext cx="1439433" cy="233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100" dirty="0">
                <a:latin typeface="Verdana" panose="020B0604030504040204" pitchFamily="34" charset="0"/>
                <a:ea typeface="Verdana" panose="020B0604030504040204" pitchFamily="34" charset="0"/>
              </a:rPr>
              <a:t>99.999.999 Ton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59A93A-90ED-4DF0-76BA-2C00D2252366}"/>
              </a:ext>
            </a:extLst>
          </p:cNvPr>
          <p:cNvSpPr/>
          <p:nvPr/>
        </p:nvSpPr>
        <p:spPr>
          <a:xfrm>
            <a:off x="1812499" y="2094624"/>
            <a:ext cx="1107353" cy="270000"/>
          </a:xfrm>
          <a:prstGeom prst="rect">
            <a:avLst/>
          </a:prstGeom>
          <a:solidFill>
            <a:srgbClr val="7030A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62" name="Chart 61">
            <a:extLst>
              <a:ext uri="{FF2B5EF4-FFF2-40B4-BE49-F238E27FC236}">
                <a16:creationId xmlns:a16="http://schemas.microsoft.com/office/drawing/2014/main" id="{B950D7F4-0FF2-5337-3BDF-464342F2E1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4934477"/>
              </p:ext>
            </p:extLst>
          </p:nvPr>
        </p:nvGraphicFramePr>
        <p:xfrm>
          <a:off x="4679455" y="1366349"/>
          <a:ext cx="673511" cy="5668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3EFED645-D845-52D3-BE2A-A4E40033B919}"/>
              </a:ext>
            </a:extLst>
          </p:cNvPr>
          <p:cNvSpPr>
            <a:spLocks noChangeAspect="1"/>
          </p:cNvSpPr>
          <p:nvPr/>
        </p:nvSpPr>
        <p:spPr>
          <a:xfrm>
            <a:off x="1975277" y="1801669"/>
            <a:ext cx="108000" cy="108468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A360CDC-C0A3-2CD3-BE5F-2AFC9E726CBD}"/>
              </a:ext>
            </a:extLst>
          </p:cNvPr>
          <p:cNvSpPr/>
          <p:nvPr/>
        </p:nvSpPr>
        <p:spPr>
          <a:xfrm>
            <a:off x="2036682" y="1735272"/>
            <a:ext cx="1266250" cy="233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9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105,99% </a:t>
            </a:r>
            <a:r>
              <a:rPr lang="en-ID" sz="9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70B6FD8-8635-AABC-DB7A-F9CE50D7F840}"/>
              </a:ext>
            </a:extLst>
          </p:cNvPr>
          <p:cNvSpPr/>
          <p:nvPr/>
        </p:nvSpPr>
        <p:spPr>
          <a:xfrm>
            <a:off x="2724795" y="2573616"/>
            <a:ext cx="396000" cy="14400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00" dirty="0">
                <a:latin typeface="Verdana" panose="020B0604030504040204" pitchFamily="34" charset="0"/>
                <a:ea typeface="Verdana" panose="020B0604030504040204" pitchFamily="34" charset="0"/>
              </a:rPr>
              <a:t>Real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5CC5330-0361-BAF1-EACC-AEFC2DABBC42}"/>
              </a:ext>
            </a:extLst>
          </p:cNvPr>
          <p:cNvSpPr/>
          <p:nvPr/>
        </p:nvSpPr>
        <p:spPr>
          <a:xfrm>
            <a:off x="1836486" y="2564862"/>
            <a:ext cx="396000" cy="161825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00" dirty="0">
                <a:latin typeface="Verdana" panose="020B0604030504040204" pitchFamily="34" charset="0"/>
                <a:ea typeface="Verdana" panose="020B0604030504040204" pitchFamily="34" charset="0"/>
              </a:rPr>
              <a:t>RKAP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5DF702A-7261-DB01-FF49-D62C49DD1E2E}"/>
              </a:ext>
            </a:extLst>
          </p:cNvPr>
          <p:cNvSpPr/>
          <p:nvPr/>
        </p:nvSpPr>
        <p:spPr>
          <a:xfrm>
            <a:off x="2264827" y="2565428"/>
            <a:ext cx="432000" cy="161825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00" dirty="0" err="1">
                <a:latin typeface="Verdana" panose="020B0604030504040204" pitchFamily="34" charset="0"/>
                <a:ea typeface="Verdana" panose="020B0604030504040204" pitchFamily="34" charset="0"/>
              </a:rPr>
              <a:t>Rakor</a:t>
            </a:r>
            <a:endParaRPr lang="en-ID" sz="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DA7D9F9-3B07-43F2-AA9A-1DDC87FD96BD}"/>
              </a:ext>
            </a:extLst>
          </p:cNvPr>
          <p:cNvCxnSpPr>
            <a:cxnSpLocks/>
          </p:cNvCxnSpPr>
          <p:nvPr/>
        </p:nvCxnSpPr>
        <p:spPr>
          <a:xfrm flipH="1">
            <a:off x="1809071" y="1928249"/>
            <a:ext cx="1871" cy="55526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9742EED9-70E6-97C6-118B-61CD550543DD}"/>
              </a:ext>
            </a:extLst>
          </p:cNvPr>
          <p:cNvSpPr>
            <a:spLocks noChangeAspect="1"/>
          </p:cNvSpPr>
          <p:nvPr/>
        </p:nvSpPr>
        <p:spPr>
          <a:xfrm>
            <a:off x="3832943" y="1527813"/>
            <a:ext cx="74244" cy="74566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5C4D590-5D52-E872-244F-2230C3F8B5FE}"/>
              </a:ext>
            </a:extLst>
          </p:cNvPr>
          <p:cNvSpPr/>
          <p:nvPr/>
        </p:nvSpPr>
        <p:spPr>
          <a:xfrm>
            <a:off x="3650537" y="2052986"/>
            <a:ext cx="1702430" cy="709200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8A9900D-E903-4943-AF91-C65CA5736743}"/>
              </a:ext>
            </a:extLst>
          </p:cNvPr>
          <p:cNvSpPr/>
          <p:nvPr/>
        </p:nvSpPr>
        <p:spPr>
          <a:xfrm>
            <a:off x="3738871" y="1855378"/>
            <a:ext cx="1341681" cy="760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800" b="1" dirty="0">
                <a:latin typeface="Verdana" panose="020B0604030504040204" pitchFamily="34" charset="0"/>
                <a:ea typeface="Verdana" panose="020B0604030504040204" pitchFamily="34" charset="0"/>
              </a:rPr>
              <a:t>MTB</a:t>
            </a:r>
          </a:p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9.999.999 Ton </a:t>
            </a:r>
          </a:p>
          <a:p>
            <a:r>
              <a:rPr lang="en-ID" sz="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99,99% </a:t>
            </a:r>
            <a:r>
              <a:rPr lang="en-ID" sz="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ACE98B8-F362-A705-5B02-49F2AEE08A9E}"/>
              </a:ext>
            </a:extLst>
          </p:cNvPr>
          <p:cNvSpPr>
            <a:spLocks/>
          </p:cNvSpPr>
          <p:nvPr/>
        </p:nvSpPr>
        <p:spPr>
          <a:xfrm>
            <a:off x="3674574" y="2087327"/>
            <a:ext cx="126000" cy="126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highlight>
                <a:srgbClr val="FFFF00"/>
              </a:highlight>
            </a:endParaRPr>
          </a:p>
        </p:txBody>
      </p:sp>
      <p:graphicFrame>
        <p:nvGraphicFramePr>
          <p:cNvPr id="83" name="Chart 82">
            <a:extLst>
              <a:ext uri="{FF2B5EF4-FFF2-40B4-BE49-F238E27FC236}">
                <a16:creationId xmlns:a16="http://schemas.microsoft.com/office/drawing/2014/main" id="{5BAEB22A-A244-6D0D-9184-DE5E3459B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8602285"/>
              </p:ext>
            </p:extLst>
          </p:nvPr>
        </p:nvGraphicFramePr>
        <p:xfrm>
          <a:off x="4679455" y="2138176"/>
          <a:ext cx="673511" cy="592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E0C08223-96E1-1EB4-29A2-090EF8841B58}"/>
              </a:ext>
            </a:extLst>
          </p:cNvPr>
          <p:cNvSpPr>
            <a:spLocks noChangeAspect="1"/>
          </p:cNvSpPr>
          <p:nvPr/>
        </p:nvSpPr>
        <p:spPr>
          <a:xfrm>
            <a:off x="3832943" y="2313613"/>
            <a:ext cx="74244" cy="74566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1047995-BD28-6508-4494-D3B0DC489B77}"/>
              </a:ext>
            </a:extLst>
          </p:cNvPr>
          <p:cNvSpPr/>
          <p:nvPr/>
        </p:nvSpPr>
        <p:spPr>
          <a:xfrm>
            <a:off x="5426155" y="1248192"/>
            <a:ext cx="1702800" cy="714141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04D6A99-9AB3-3EB7-E4B8-39EF7340EE2E}"/>
              </a:ext>
            </a:extLst>
          </p:cNvPr>
          <p:cNvSpPr/>
          <p:nvPr/>
        </p:nvSpPr>
        <p:spPr>
          <a:xfrm>
            <a:off x="5537560" y="1072407"/>
            <a:ext cx="1341681" cy="760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800" b="1" dirty="0" err="1">
                <a:latin typeface="Verdana" panose="020B0604030504040204" pitchFamily="34" charset="0"/>
                <a:ea typeface="Verdana" panose="020B0604030504040204" pitchFamily="34" charset="0"/>
              </a:rPr>
              <a:t>Banko</a:t>
            </a:r>
            <a:r>
              <a:rPr lang="en-ID" sz="800" b="1" dirty="0">
                <a:latin typeface="Verdana" panose="020B0604030504040204" pitchFamily="34" charset="0"/>
                <a:ea typeface="Verdana" panose="020B0604030504040204" pitchFamily="34" charset="0"/>
              </a:rPr>
              <a:t> Barat</a:t>
            </a:r>
          </a:p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9.999.999 Ton </a:t>
            </a:r>
          </a:p>
          <a:p>
            <a:r>
              <a:rPr lang="en-ID" sz="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99,99% </a:t>
            </a:r>
            <a:r>
              <a:rPr lang="en-ID" sz="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7028F9F-12F3-C87F-E2D0-2A636151BD43}"/>
              </a:ext>
            </a:extLst>
          </p:cNvPr>
          <p:cNvSpPr>
            <a:spLocks/>
          </p:cNvSpPr>
          <p:nvPr/>
        </p:nvSpPr>
        <p:spPr>
          <a:xfrm>
            <a:off x="5452734" y="1311918"/>
            <a:ext cx="126000" cy="126000"/>
          </a:xfrm>
          <a:prstGeom prst="ellipse">
            <a:avLst/>
          </a:prstGeom>
          <a:solidFill>
            <a:srgbClr val="F281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aphicFrame>
        <p:nvGraphicFramePr>
          <p:cNvPr id="89" name="Chart 88">
            <a:extLst>
              <a:ext uri="{FF2B5EF4-FFF2-40B4-BE49-F238E27FC236}">
                <a16:creationId xmlns:a16="http://schemas.microsoft.com/office/drawing/2014/main" id="{798BA51C-AA13-04B7-8891-BA877973DE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7304278"/>
              </p:ext>
            </p:extLst>
          </p:nvPr>
        </p:nvGraphicFramePr>
        <p:xfrm>
          <a:off x="6470315" y="1376740"/>
          <a:ext cx="482952" cy="57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5A8007F9-8383-24CC-9D19-0191015D415D}"/>
              </a:ext>
            </a:extLst>
          </p:cNvPr>
          <p:cNvSpPr>
            <a:spLocks noChangeAspect="1"/>
          </p:cNvSpPr>
          <p:nvPr/>
        </p:nvSpPr>
        <p:spPr>
          <a:xfrm>
            <a:off x="5623803" y="1538204"/>
            <a:ext cx="74244" cy="74566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FE48670-7B20-DBD2-71DD-C111538B79CA}"/>
              </a:ext>
            </a:extLst>
          </p:cNvPr>
          <p:cNvSpPr/>
          <p:nvPr/>
        </p:nvSpPr>
        <p:spPr>
          <a:xfrm>
            <a:off x="5426157" y="2063377"/>
            <a:ext cx="1702430" cy="709200"/>
          </a:xfrm>
          <a:prstGeom prst="rect">
            <a:avLst/>
          </a:prstGeom>
          <a:solidFill>
            <a:srgbClr val="242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4F22E24-202B-C518-6CC1-7D7C80911E37}"/>
              </a:ext>
            </a:extLst>
          </p:cNvPr>
          <p:cNvSpPr/>
          <p:nvPr/>
        </p:nvSpPr>
        <p:spPr>
          <a:xfrm>
            <a:off x="5529731" y="1865769"/>
            <a:ext cx="1341681" cy="7606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800" b="1" dirty="0">
                <a:latin typeface="Verdana" panose="020B0604030504040204" pitchFamily="34" charset="0"/>
                <a:ea typeface="Verdana" panose="020B0604030504040204" pitchFamily="34" charset="0"/>
              </a:rPr>
              <a:t>TAL</a:t>
            </a:r>
          </a:p>
          <a:p>
            <a:r>
              <a:rPr lang="en-ID" sz="700" dirty="0">
                <a:latin typeface="Verdana" panose="020B0604030504040204" pitchFamily="34" charset="0"/>
                <a:ea typeface="Verdana" panose="020B0604030504040204" pitchFamily="34" charset="0"/>
              </a:rPr>
              <a:t>9.999.999 Ton </a:t>
            </a:r>
          </a:p>
          <a:p>
            <a:r>
              <a:rPr lang="en-ID" sz="600" dirty="0">
                <a:solidFill>
                  <a:srgbClr val="92D05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 99,99% </a:t>
            </a:r>
            <a:r>
              <a:rPr lang="en-ID" sz="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4A64466-FE79-5607-9E48-11685A3D5D4B}"/>
              </a:ext>
            </a:extLst>
          </p:cNvPr>
          <p:cNvSpPr>
            <a:spLocks/>
          </p:cNvSpPr>
          <p:nvPr/>
        </p:nvSpPr>
        <p:spPr>
          <a:xfrm>
            <a:off x="5445114" y="2097718"/>
            <a:ext cx="126000" cy="126000"/>
          </a:xfrm>
          <a:prstGeom prst="ellipse">
            <a:avLst/>
          </a:prstGeom>
          <a:solidFill>
            <a:srgbClr val="008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aphicFrame>
        <p:nvGraphicFramePr>
          <p:cNvPr id="95" name="Chart 94">
            <a:extLst>
              <a:ext uri="{FF2B5EF4-FFF2-40B4-BE49-F238E27FC236}">
                <a16:creationId xmlns:a16="http://schemas.microsoft.com/office/drawing/2014/main" id="{6F0F2B2B-8F40-E1EA-778C-A2681F0152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9919470"/>
              </p:ext>
            </p:extLst>
          </p:nvPr>
        </p:nvGraphicFramePr>
        <p:xfrm>
          <a:off x="6470315" y="2148567"/>
          <a:ext cx="898394" cy="5924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08C45364-CA42-D2B0-4BC8-D1A4719101E5}"/>
              </a:ext>
            </a:extLst>
          </p:cNvPr>
          <p:cNvSpPr>
            <a:spLocks noChangeAspect="1"/>
          </p:cNvSpPr>
          <p:nvPr/>
        </p:nvSpPr>
        <p:spPr>
          <a:xfrm>
            <a:off x="5623803" y="2324004"/>
            <a:ext cx="74244" cy="74566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48A8FDEF-7B67-2475-C6F8-6F40505D71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0049010"/>
              </p:ext>
            </p:extLst>
          </p:nvPr>
        </p:nvGraphicFramePr>
        <p:xfrm>
          <a:off x="7180716" y="1248192"/>
          <a:ext cx="3310794" cy="1524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D5C4048-29FD-8B6C-6F43-DD830351C2D1}"/>
              </a:ext>
            </a:extLst>
          </p:cNvPr>
          <p:cNvCxnSpPr>
            <a:cxnSpLocks/>
          </p:cNvCxnSpPr>
          <p:nvPr/>
        </p:nvCxnSpPr>
        <p:spPr>
          <a:xfrm flipH="1">
            <a:off x="3829219" y="1640014"/>
            <a:ext cx="6253" cy="312494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37880B1-A20E-B8B8-F95D-7D9F8EAB662F}"/>
              </a:ext>
            </a:extLst>
          </p:cNvPr>
          <p:cNvSpPr/>
          <p:nvPr/>
        </p:nvSpPr>
        <p:spPr>
          <a:xfrm>
            <a:off x="1810942" y="2140946"/>
            <a:ext cx="1390416" cy="18305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09C61F-A24B-B1A5-83FB-017B6D8C1BD6}"/>
              </a:ext>
            </a:extLst>
          </p:cNvPr>
          <p:cNvSpPr>
            <a:spLocks/>
          </p:cNvSpPr>
          <p:nvPr/>
        </p:nvSpPr>
        <p:spPr>
          <a:xfrm>
            <a:off x="3838567" y="1686669"/>
            <a:ext cx="576000" cy="19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F3A060B-068B-B1F5-11A9-5D4DF04F9A3B}"/>
              </a:ext>
            </a:extLst>
          </p:cNvPr>
          <p:cNvSpPr>
            <a:spLocks/>
          </p:cNvSpPr>
          <p:nvPr/>
        </p:nvSpPr>
        <p:spPr>
          <a:xfrm>
            <a:off x="3840685" y="1716609"/>
            <a:ext cx="504000" cy="140400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CB1CF3-65B2-607A-3AAB-BC179C125678}"/>
              </a:ext>
            </a:extLst>
          </p:cNvPr>
          <p:cNvSpPr>
            <a:spLocks/>
          </p:cNvSpPr>
          <p:nvPr/>
        </p:nvSpPr>
        <p:spPr>
          <a:xfrm>
            <a:off x="3839938" y="1740865"/>
            <a:ext cx="684000" cy="89609"/>
          </a:xfrm>
          <a:prstGeom prst="rect">
            <a:avLst/>
          </a:prstGeom>
          <a:solidFill>
            <a:srgbClr val="FF5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957BF67-24CA-FDE7-9875-137D89B53F4B}"/>
              </a:ext>
            </a:extLst>
          </p:cNvPr>
          <p:cNvCxnSpPr>
            <a:cxnSpLocks/>
          </p:cNvCxnSpPr>
          <p:nvPr/>
        </p:nvCxnSpPr>
        <p:spPr>
          <a:xfrm flipH="1">
            <a:off x="5609010" y="1655789"/>
            <a:ext cx="6253" cy="312494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F489F8C7-7449-B495-3DB5-4EB86907F105}"/>
              </a:ext>
            </a:extLst>
          </p:cNvPr>
          <p:cNvSpPr>
            <a:spLocks/>
          </p:cNvSpPr>
          <p:nvPr/>
        </p:nvSpPr>
        <p:spPr>
          <a:xfrm>
            <a:off x="5618358" y="1702444"/>
            <a:ext cx="576000" cy="19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87D476B-796D-FBAE-85A1-296C077FA36D}"/>
              </a:ext>
            </a:extLst>
          </p:cNvPr>
          <p:cNvSpPr>
            <a:spLocks/>
          </p:cNvSpPr>
          <p:nvPr/>
        </p:nvSpPr>
        <p:spPr>
          <a:xfrm>
            <a:off x="5620476" y="1732384"/>
            <a:ext cx="504000" cy="140400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12670F77-5490-9372-F6F3-44F5B7F2A211}"/>
              </a:ext>
            </a:extLst>
          </p:cNvPr>
          <p:cNvSpPr>
            <a:spLocks/>
          </p:cNvSpPr>
          <p:nvPr/>
        </p:nvSpPr>
        <p:spPr>
          <a:xfrm>
            <a:off x="5619729" y="1756640"/>
            <a:ext cx="684000" cy="89609"/>
          </a:xfrm>
          <a:prstGeom prst="rect">
            <a:avLst/>
          </a:prstGeom>
          <a:solidFill>
            <a:srgbClr val="F281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8BB3E1C-6F21-FA74-F2E0-25C6EE601CD8}"/>
              </a:ext>
            </a:extLst>
          </p:cNvPr>
          <p:cNvCxnSpPr>
            <a:cxnSpLocks/>
          </p:cNvCxnSpPr>
          <p:nvPr/>
        </p:nvCxnSpPr>
        <p:spPr>
          <a:xfrm flipH="1">
            <a:off x="3837159" y="2425593"/>
            <a:ext cx="6253" cy="312494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525A989-05A2-E077-39CC-9AA2373F1E2C}"/>
              </a:ext>
            </a:extLst>
          </p:cNvPr>
          <p:cNvSpPr>
            <a:spLocks/>
          </p:cNvSpPr>
          <p:nvPr/>
        </p:nvSpPr>
        <p:spPr>
          <a:xfrm>
            <a:off x="3846507" y="2472248"/>
            <a:ext cx="576000" cy="19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5DF6061-3989-ADF4-7B9F-CCC05A3BCADD}"/>
              </a:ext>
            </a:extLst>
          </p:cNvPr>
          <p:cNvSpPr>
            <a:spLocks/>
          </p:cNvSpPr>
          <p:nvPr/>
        </p:nvSpPr>
        <p:spPr>
          <a:xfrm>
            <a:off x="3848625" y="2502188"/>
            <a:ext cx="504000" cy="140400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1C2D64C-E565-C5FD-0B22-7BFB4E92F77B}"/>
              </a:ext>
            </a:extLst>
          </p:cNvPr>
          <p:cNvSpPr>
            <a:spLocks/>
          </p:cNvSpPr>
          <p:nvPr/>
        </p:nvSpPr>
        <p:spPr>
          <a:xfrm>
            <a:off x="3847878" y="2526444"/>
            <a:ext cx="684000" cy="89609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AFFBE56-380D-6851-7400-167A366446AC}"/>
              </a:ext>
            </a:extLst>
          </p:cNvPr>
          <p:cNvCxnSpPr>
            <a:cxnSpLocks/>
          </p:cNvCxnSpPr>
          <p:nvPr/>
        </p:nvCxnSpPr>
        <p:spPr>
          <a:xfrm flipH="1">
            <a:off x="5622345" y="2424618"/>
            <a:ext cx="6253" cy="312494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EA702E0-C080-BE4D-3D88-3A112D380438}"/>
              </a:ext>
            </a:extLst>
          </p:cNvPr>
          <p:cNvSpPr>
            <a:spLocks/>
          </p:cNvSpPr>
          <p:nvPr/>
        </p:nvSpPr>
        <p:spPr>
          <a:xfrm>
            <a:off x="5631693" y="2471273"/>
            <a:ext cx="576000" cy="19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20F04DF-C1A1-9CC7-6225-90FB5C79EFC3}"/>
              </a:ext>
            </a:extLst>
          </p:cNvPr>
          <p:cNvSpPr>
            <a:spLocks/>
          </p:cNvSpPr>
          <p:nvPr/>
        </p:nvSpPr>
        <p:spPr>
          <a:xfrm>
            <a:off x="5633811" y="2501213"/>
            <a:ext cx="504000" cy="140400"/>
          </a:xfrm>
          <a:prstGeom prst="rect">
            <a:avLst/>
          </a:prstGeom>
          <a:solidFill>
            <a:srgbClr val="8575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059EF6A-D1BB-6160-02BC-CB7003DA6037}"/>
              </a:ext>
            </a:extLst>
          </p:cNvPr>
          <p:cNvSpPr>
            <a:spLocks/>
          </p:cNvSpPr>
          <p:nvPr/>
        </p:nvSpPr>
        <p:spPr>
          <a:xfrm>
            <a:off x="5633064" y="2525469"/>
            <a:ext cx="684000" cy="89609"/>
          </a:xfrm>
          <a:prstGeom prst="rect">
            <a:avLst/>
          </a:prstGeom>
          <a:solidFill>
            <a:srgbClr val="008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43" name="Chart 142">
            <a:extLst>
              <a:ext uri="{FF2B5EF4-FFF2-40B4-BE49-F238E27FC236}">
                <a16:creationId xmlns:a16="http://schemas.microsoft.com/office/drawing/2014/main" id="{2285C980-2C1C-CAEA-07E0-84851FEF43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2377442"/>
              </p:ext>
            </p:extLst>
          </p:nvPr>
        </p:nvGraphicFramePr>
        <p:xfrm>
          <a:off x="1670630" y="2855457"/>
          <a:ext cx="5457957" cy="1777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44" name="Rectangle 143">
            <a:extLst>
              <a:ext uri="{FF2B5EF4-FFF2-40B4-BE49-F238E27FC236}">
                <a16:creationId xmlns:a16="http://schemas.microsoft.com/office/drawing/2014/main" id="{4FD77790-94B0-A240-2519-915F8E8F82EC}"/>
              </a:ext>
            </a:extLst>
          </p:cNvPr>
          <p:cNvSpPr/>
          <p:nvPr/>
        </p:nvSpPr>
        <p:spPr>
          <a:xfrm>
            <a:off x="3143775" y="2565428"/>
            <a:ext cx="432000" cy="161825"/>
          </a:xfrm>
          <a:prstGeom prst="rect">
            <a:avLst/>
          </a:prstGeom>
          <a:solidFill>
            <a:srgbClr val="73B4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00" dirty="0">
                <a:latin typeface="Verdana" panose="020B0604030504040204" pitchFamily="34" charset="0"/>
                <a:ea typeface="Verdana" panose="020B0604030504040204" pitchFamily="34" charset="0"/>
              </a:rPr>
              <a:t>For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8FEDA815-85C8-4FE1-EDC8-15F60A12989E}"/>
              </a:ext>
            </a:extLst>
          </p:cNvPr>
          <p:cNvCxnSpPr/>
          <p:nvPr/>
        </p:nvCxnSpPr>
        <p:spPr>
          <a:xfrm>
            <a:off x="4447900" y="2433512"/>
            <a:ext cx="0" cy="28800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8F86871-8257-F285-7DE6-9A662B4C91FF}"/>
              </a:ext>
            </a:extLst>
          </p:cNvPr>
          <p:cNvCxnSpPr/>
          <p:nvPr/>
        </p:nvCxnSpPr>
        <p:spPr>
          <a:xfrm>
            <a:off x="4501240" y="1641669"/>
            <a:ext cx="0" cy="28800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13163D8E-88C9-F7C9-787B-5700E5A73831}"/>
              </a:ext>
            </a:extLst>
          </p:cNvPr>
          <p:cNvCxnSpPr/>
          <p:nvPr/>
        </p:nvCxnSpPr>
        <p:spPr>
          <a:xfrm>
            <a:off x="6303729" y="1665996"/>
            <a:ext cx="0" cy="28800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3AD2EA7-B1AF-0108-A9BE-9B5BB92A3487}"/>
              </a:ext>
            </a:extLst>
          </p:cNvPr>
          <p:cNvCxnSpPr/>
          <p:nvPr/>
        </p:nvCxnSpPr>
        <p:spPr>
          <a:xfrm>
            <a:off x="6293229" y="2433512"/>
            <a:ext cx="0" cy="28800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B4A6465-398B-E64B-E10C-9991AE7A7D55}"/>
              </a:ext>
            </a:extLst>
          </p:cNvPr>
          <p:cNvCxnSpPr>
            <a:cxnSpLocks/>
          </p:cNvCxnSpPr>
          <p:nvPr/>
        </p:nvCxnSpPr>
        <p:spPr>
          <a:xfrm>
            <a:off x="3323714" y="1933881"/>
            <a:ext cx="0" cy="612000"/>
          </a:xfrm>
          <a:prstGeom prst="line">
            <a:avLst/>
          </a:prstGeom>
          <a:ln w="28575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159" name="Table 158">
            <a:extLst>
              <a:ext uri="{FF2B5EF4-FFF2-40B4-BE49-F238E27FC236}">
                <a16:creationId xmlns:a16="http://schemas.microsoft.com/office/drawing/2014/main" id="{B8983EF0-AD96-6FDC-C562-A49C560C3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857042"/>
              </p:ext>
            </p:extLst>
          </p:nvPr>
        </p:nvGraphicFramePr>
        <p:xfrm>
          <a:off x="7210533" y="3116738"/>
          <a:ext cx="3277467" cy="1386328"/>
        </p:xfrm>
        <a:graphic>
          <a:graphicData uri="http://schemas.openxmlformats.org/drawingml/2006/table">
            <a:tbl>
              <a:tblPr/>
              <a:tblGrid>
                <a:gridCol w="397467">
                  <a:extLst>
                    <a:ext uri="{9D8B030D-6E8A-4147-A177-3AD203B41FA5}">
                      <a16:colId xmlns:a16="http://schemas.microsoft.com/office/drawing/2014/main" val="3356195005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1877576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39580890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5487168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6584646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3334631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93094658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800765874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38169580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10789472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60007993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25497478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118222990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5403047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727606746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84386522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3563434342"/>
                    </a:ext>
                  </a:extLst>
                </a:gridCol>
              </a:tblGrid>
              <a:tr h="170450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Area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>
                          <a:solidFill>
                            <a:srgbClr val="BFBFBF"/>
                          </a:solidFill>
                          <a:effectLst/>
                          <a:latin typeface="Calibri" panose="020F0502020204030204" pitchFamily="34" charset="0"/>
                        </a:rPr>
                        <a:t>Kalori</a:t>
                      </a:r>
                      <a:endParaRPr lang="en-US" sz="1100" b="0" i="0" u="none" strike="noStrike" dirty="0">
                        <a:solidFill>
                          <a:srgbClr val="BFBFB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435189"/>
                  </a:ext>
                </a:extLst>
              </a:tr>
              <a:tr h="170450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49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59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69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71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2055"/>
                  </a:ext>
                </a:extLst>
              </a:tr>
              <a:tr h="26135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Banko</a:t>
                      </a:r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 Barat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4CEE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A5C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0,89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C4D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1E3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0,83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55F8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DD9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8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094B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0,85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25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E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749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6C9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EE7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2E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700400"/>
                  </a:ext>
                </a:extLst>
              </a:tr>
              <a:tr h="26135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Banko</a:t>
                      </a:r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 Tengah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4A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0,52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9C6E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BE2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AA7C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9A6C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7CFE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CD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4DB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5E5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4E4F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0,38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7D3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298B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E90B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7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3A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6E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327451"/>
                  </a:ext>
                </a:extLst>
              </a:tr>
              <a:tr h="26135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MTB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DCC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0,80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699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CCE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E8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7A2C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B8AA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88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CA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E8F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8E1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6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B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CB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6D9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744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197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467302"/>
                  </a:ext>
                </a:extLst>
              </a:tr>
              <a:tr h="261357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BFBFBF"/>
                          </a:solidFill>
                          <a:effectLst/>
                          <a:latin typeface="Verdana" panose="020B0604030504040204" pitchFamily="34" charset="0"/>
                        </a:rPr>
                        <a:t>TAL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195B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0,69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8CB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2DB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0,24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7DC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57FA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76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82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0,41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D1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42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0,34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D5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0,01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0,67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92B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0,91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846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0,30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AD8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0,18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5E0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" b="0" i="0" u="none" strike="noStrike" dirty="0">
                          <a:solidFill>
                            <a:srgbClr val="E7E6E6"/>
                          </a:solidFill>
                          <a:effectLst/>
                          <a:latin typeface="Calibri" panose="020F0502020204030204" pitchFamily="34" charset="0"/>
                        </a:rPr>
                        <a:t>0,71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A88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27872"/>
                  </a:ext>
                </a:extLst>
              </a:tr>
            </a:tbl>
          </a:graphicData>
        </a:graphic>
      </p:graphicFrame>
      <p:sp>
        <p:nvSpPr>
          <p:cNvPr id="160" name="Rectangle 159">
            <a:extLst>
              <a:ext uri="{FF2B5EF4-FFF2-40B4-BE49-F238E27FC236}">
                <a16:creationId xmlns:a16="http://schemas.microsoft.com/office/drawing/2014/main" id="{980C8E29-71EA-DE82-8002-D143656D9AC0}"/>
              </a:ext>
            </a:extLst>
          </p:cNvPr>
          <p:cNvSpPr/>
          <p:nvPr/>
        </p:nvSpPr>
        <p:spPr>
          <a:xfrm>
            <a:off x="7990240" y="2888921"/>
            <a:ext cx="1734672" cy="2248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00" b="1" dirty="0">
                <a:latin typeface="Verdana" panose="020B0604030504040204" pitchFamily="34" charset="0"/>
                <a:ea typeface="Verdana" panose="020B0604030504040204" pitchFamily="34" charset="0"/>
              </a:rPr>
              <a:t>Product Name</a:t>
            </a:r>
            <a:endParaRPr lang="en-ID" sz="11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51B5789-A047-3286-7419-0BA85F090B7C}"/>
              </a:ext>
            </a:extLst>
          </p:cNvPr>
          <p:cNvSpPr/>
          <p:nvPr/>
        </p:nvSpPr>
        <p:spPr>
          <a:xfrm>
            <a:off x="8879744" y="924560"/>
            <a:ext cx="592375" cy="2071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 err="1">
                <a:latin typeface="Verdana" panose="020B0604030504040204" pitchFamily="34" charset="0"/>
                <a:ea typeface="Verdana" panose="020B0604030504040204" pitchFamily="34" charset="0"/>
              </a:rPr>
              <a:t>Bulan</a:t>
            </a:r>
            <a:endParaRPr lang="en-ID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3C9AE0E-AF00-1AA6-5E49-48A55FE8DFBC}"/>
              </a:ext>
            </a:extLst>
          </p:cNvPr>
          <p:cNvSpPr/>
          <p:nvPr/>
        </p:nvSpPr>
        <p:spPr>
          <a:xfrm>
            <a:off x="9396972" y="925755"/>
            <a:ext cx="887552" cy="19727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>
                <a:latin typeface="Verdana" panose="020B0604030504040204" pitchFamily="34" charset="0"/>
                <a:ea typeface="Verdana" panose="020B0604030504040204" pitchFamily="34" charset="0"/>
              </a:rPr>
              <a:t>January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648687A-CC90-FCAB-AB79-CB1E742557B8}"/>
              </a:ext>
            </a:extLst>
          </p:cNvPr>
          <p:cNvSpPr/>
          <p:nvPr/>
        </p:nvSpPr>
        <p:spPr>
          <a:xfrm>
            <a:off x="10291052" y="902678"/>
            <a:ext cx="592375" cy="2071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 err="1">
                <a:latin typeface="Verdana" panose="020B0604030504040204" pitchFamily="34" charset="0"/>
                <a:ea typeface="Verdana" panose="020B0604030504040204" pitchFamily="34" charset="0"/>
              </a:rPr>
              <a:t>Tahun</a:t>
            </a:r>
            <a:endParaRPr lang="en-ID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E1878CB-B0A6-8511-1C75-E969C84EFFBB}"/>
              </a:ext>
            </a:extLst>
          </p:cNvPr>
          <p:cNvSpPr/>
          <p:nvPr/>
        </p:nvSpPr>
        <p:spPr>
          <a:xfrm>
            <a:off x="10808280" y="903873"/>
            <a:ext cx="887552" cy="19727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>
                <a:latin typeface="Verdana" panose="020B0604030504040204" pitchFamily="34" charset="0"/>
                <a:ea typeface="Verdana" panose="020B0604030504040204" pitchFamily="34" charset="0"/>
              </a:rPr>
              <a:t>2023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5AE27F8-D909-D20F-386D-2B6C53B49266}"/>
              </a:ext>
            </a:extLst>
          </p:cNvPr>
          <p:cNvSpPr/>
          <p:nvPr/>
        </p:nvSpPr>
        <p:spPr>
          <a:xfrm>
            <a:off x="7203431" y="903045"/>
            <a:ext cx="850758" cy="218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 err="1">
                <a:latin typeface="Verdana" panose="020B0604030504040204" pitchFamily="34" charset="0"/>
                <a:ea typeface="Verdana" panose="020B0604030504040204" pitchFamily="34" charset="0"/>
              </a:rPr>
              <a:t>Periode</a:t>
            </a:r>
            <a:endParaRPr lang="en-ID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49327A3-9A58-644C-A71A-47B55368E560}"/>
              </a:ext>
            </a:extLst>
          </p:cNvPr>
          <p:cNvSpPr/>
          <p:nvPr/>
        </p:nvSpPr>
        <p:spPr>
          <a:xfrm>
            <a:off x="7948561" y="924560"/>
            <a:ext cx="887552" cy="19727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" dirty="0">
                <a:latin typeface="Verdana" panose="020B0604030504040204" pitchFamily="34" charset="0"/>
                <a:ea typeface="Verdana" panose="020B0604030504040204" pitchFamily="34" charset="0"/>
              </a:rPr>
              <a:t>MoM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54A27-4EA4-7AD5-F7DB-208969A74181}"/>
              </a:ext>
            </a:extLst>
          </p:cNvPr>
          <p:cNvSpPr/>
          <p:nvPr/>
        </p:nvSpPr>
        <p:spPr>
          <a:xfrm>
            <a:off x="5485784" y="192313"/>
            <a:ext cx="3672450" cy="654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 err="1"/>
              <a:t>Mockup</a:t>
            </a:r>
            <a:r>
              <a:rPr lang="en-ID" dirty="0"/>
              <a:t> Version 2</a:t>
            </a:r>
          </a:p>
        </p:txBody>
      </p:sp>
    </p:spTree>
    <p:extLst>
      <p:ext uri="{BB962C8B-B14F-4D97-AF65-F5344CB8AC3E}">
        <p14:creationId xmlns:p14="http://schemas.microsoft.com/office/powerpoint/2010/main" val="354994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5BFF7-D807-556B-ED04-C5A66F75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505B-2095-677A-2655-7A9E112D3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98BD77-15ED-96BE-5CB6-43DA42959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2108" cy="64106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0CD99A-60A9-3E8D-4944-68D00ADEB617}"/>
              </a:ext>
            </a:extLst>
          </p:cNvPr>
          <p:cNvSpPr/>
          <p:nvPr/>
        </p:nvSpPr>
        <p:spPr>
          <a:xfrm>
            <a:off x="3888478" y="-29498"/>
            <a:ext cx="3672450" cy="654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/>
              <a:t>Dashboard </a:t>
            </a:r>
            <a:r>
              <a:rPr lang="en-ID" dirty="0" err="1"/>
              <a:t>Mockup</a:t>
            </a:r>
            <a:r>
              <a:rPr lang="en-ID" dirty="0"/>
              <a:t> Version 3, </a:t>
            </a:r>
          </a:p>
        </p:txBody>
      </p:sp>
    </p:spTree>
    <p:extLst>
      <p:ext uri="{BB962C8B-B14F-4D97-AF65-F5344CB8AC3E}">
        <p14:creationId xmlns:p14="http://schemas.microsoft.com/office/powerpoint/2010/main" val="4252672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E1A9F-3C12-AFCA-55D7-BD7A2915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9EB12-C250-FF14-CB41-ECC8BF95E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44B18-BD5B-3A87-380A-4835C662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7269" cy="64928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946D61-49D1-C802-255D-2E1783D19DD9}"/>
              </a:ext>
            </a:extLst>
          </p:cNvPr>
          <p:cNvSpPr/>
          <p:nvPr/>
        </p:nvSpPr>
        <p:spPr>
          <a:xfrm>
            <a:off x="3772731" y="-637508"/>
            <a:ext cx="3672450" cy="654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/>
              <a:t>Dashboard </a:t>
            </a:r>
            <a:r>
              <a:rPr lang="en-ID" dirty="0" err="1"/>
              <a:t>Mockup</a:t>
            </a:r>
            <a:r>
              <a:rPr lang="en-ID" dirty="0"/>
              <a:t> Version 4, </a:t>
            </a:r>
            <a:br>
              <a:rPr lang="en-ID" dirty="0"/>
            </a:br>
            <a:r>
              <a:rPr lang="en-ID" dirty="0"/>
              <a:t>Focus on Production Data </a:t>
            </a:r>
          </a:p>
        </p:txBody>
      </p:sp>
    </p:spTree>
    <p:extLst>
      <p:ext uri="{BB962C8B-B14F-4D97-AF65-F5344CB8AC3E}">
        <p14:creationId xmlns:p14="http://schemas.microsoft.com/office/powerpoint/2010/main" val="3849533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44C74-C333-5BCA-0EB4-BFD6C74A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389"/>
            <a:ext cx="4208318" cy="684357"/>
          </a:xfrm>
        </p:spPr>
        <p:txBody>
          <a:bodyPr>
            <a:normAutofit fontScale="90000"/>
          </a:bodyPr>
          <a:lstStyle/>
          <a:p>
            <a:r>
              <a:rPr lang="en-ID" dirty="0"/>
              <a:t>Type of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9E5B66-E7A2-D87F-561D-2677BA230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518" y="0"/>
            <a:ext cx="7317556" cy="6858000"/>
          </a:xfrm>
        </p:spPr>
      </p:pic>
    </p:spTree>
    <p:extLst>
      <p:ext uri="{BB962C8B-B14F-4D97-AF65-F5344CB8AC3E}">
        <p14:creationId xmlns:p14="http://schemas.microsoft.com/office/powerpoint/2010/main" val="1408976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6387</TotalTime>
  <Words>1018</Words>
  <Application>Microsoft Office PowerPoint</Application>
  <PresentationFormat>Widescreen</PresentationFormat>
  <Paragraphs>455</Paragraphs>
  <Slides>11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Bahnschrift</vt:lpstr>
      <vt:lpstr>Calibri</vt:lpstr>
      <vt:lpstr>Calibri Light</vt:lpstr>
      <vt:lpstr>Verdana</vt:lpstr>
      <vt:lpstr>Wingdings</vt:lpstr>
      <vt:lpstr>Office Theme</vt:lpstr>
      <vt:lpstr>1_Office Theme</vt:lpstr>
      <vt:lpstr>Applied of Machine Learning to predict Coal production</vt:lpstr>
      <vt:lpstr>Parameter</vt:lpstr>
      <vt:lpstr>Coal Production Parameter</vt:lpstr>
      <vt:lpstr>How to get Presprective?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 of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of Machine Learning to predict Coal production</dc:title>
  <dc:creator>Tisnuliah Muyassaroh</dc:creator>
  <cp:lastModifiedBy>Tisnuliah Muyassaroh</cp:lastModifiedBy>
  <cp:revision>24</cp:revision>
  <dcterms:created xsi:type="dcterms:W3CDTF">2023-02-21T01:02:02Z</dcterms:created>
  <dcterms:modified xsi:type="dcterms:W3CDTF">2023-06-22T04:39:34Z</dcterms:modified>
</cp:coreProperties>
</file>